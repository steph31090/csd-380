
<file path=[Content_Types].xml><?xml version="1.0" encoding="utf-8"?>
<Types xmlns="http://schemas.openxmlformats.org/package/2006/content-types">
  <Default Extension="jfif" ContentType="image/jpeg"/>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81" r:id="rId5"/>
    <p:sldId id="284" r:id="rId6"/>
    <p:sldId id="298" r:id="rId7"/>
    <p:sldId id="261" r:id="rId8"/>
    <p:sldId id="293" r:id="rId9"/>
    <p:sldId id="295" r:id="rId10"/>
    <p:sldId id="296" r:id="rId11"/>
    <p:sldId id="297" r:id="rId12"/>
    <p:sldId id="29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6" autoAdjust="0"/>
    <p:restoredTop sz="94879" autoAdjust="0"/>
  </p:normalViewPr>
  <p:slideViewPr>
    <p:cSldViewPr snapToGrid="0">
      <p:cViewPr varScale="1">
        <p:scale>
          <a:sx n="139" d="100"/>
          <a:sy n="139" d="100"/>
        </p:scale>
        <p:origin x="228" y="126"/>
      </p:cViewPr>
      <p:guideLst/>
    </p:cSldViewPr>
  </p:slideViewPr>
  <p:outlineViewPr>
    <p:cViewPr>
      <p:scale>
        <a:sx n="33" d="100"/>
        <a:sy n="33" d="100"/>
      </p:scale>
      <p:origin x="0" y="-4032"/>
    </p:cViewPr>
  </p:outlineViewPr>
  <p:notesTextViewPr>
    <p:cViewPr>
      <p:scale>
        <a:sx n="1" d="1"/>
        <a:sy n="1" d="1"/>
      </p:scale>
      <p:origin x="0" y="0"/>
    </p:cViewPr>
  </p:notesTextViewPr>
  <p:sorterViewPr>
    <p:cViewPr>
      <p:scale>
        <a:sx n="100" d="100"/>
        <a:sy n="100" d="100"/>
      </p:scale>
      <p:origin x="0" y="-1757"/>
    </p:cViewPr>
  </p:sorterViewPr>
  <p:notesViewPr>
    <p:cSldViewPr snapToGrid="0">
      <p:cViewPr>
        <p:scale>
          <a:sx n="1" d="2"/>
          <a:sy n="1" d="2"/>
        </p:scale>
        <p:origin x="3480" y="55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diagrams/_rels/data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hyperlink" Target="https://www.entigo.com/blog/how-to-reduce-lead-time-in-software-development-with-devops-and-value-stream-management" TargetMode="External"/><Relationship Id="rId1" Type="http://schemas.openxmlformats.org/officeDocument/2006/relationships/hyperlink" Target="https://medium.com/flowtopia/what-is-a-value-stream-6dd64e5bef3c" TargetMode="Externa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hyperlink" Target="https://medium.com/flowtopia/what-is-a-value-stream-6dd64e5bef3c" TargetMode="External"/><Relationship Id="rId7" Type="http://schemas.openxmlformats.org/officeDocument/2006/relationships/image" Target="../media/image12.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hyperlink" Target="https://www.entigo.com/blog/how-to-reduce-lead-time-in-software-development-with-devops-and-value-stream-management" TargetMode="External"/><Relationship Id="rId5" Type="http://schemas.openxmlformats.org/officeDocument/2006/relationships/image" Target="../media/image11.svg"/><Relationship Id="rId4"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3CB09D-8504-4A0B-B42F-2E1F76B4D73B}" type="doc">
      <dgm:prSet loTypeId="urn:microsoft.com/office/officeart/2005/8/layout/vProcess5" loCatId="process" qsTypeId="urn:microsoft.com/office/officeart/2005/8/quickstyle/simple2" qsCatId="simple" csTypeId="urn:microsoft.com/office/officeart/2005/8/colors/accent2_2" csCatId="accent2"/>
      <dgm:spPr/>
      <dgm:t>
        <a:bodyPr/>
        <a:lstStyle/>
        <a:p>
          <a:endParaRPr lang="en-US"/>
        </a:p>
      </dgm:t>
    </dgm:pt>
    <dgm:pt modelId="{2F29F112-D3E3-4036-9290-41D3000B668E}">
      <dgm:prSet/>
      <dgm:spPr/>
      <dgm:t>
        <a:bodyPr/>
        <a:lstStyle/>
        <a:p>
          <a:r>
            <a:rPr lang="en-US" baseline="0"/>
            <a:t>What is Technology Value Stream?</a:t>
          </a:r>
          <a:endParaRPr lang="en-US"/>
        </a:p>
      </dgm:t>
    </dgm:pt>
    <dgm:pt modelId="{3BC73679-EE64-4651-A01A-A4C0B0A3A2EA}" type="parTrans" cxnId="{680CD840-C08A-40F3-B364-7E233CE4E1F5}">
      <dgm:prSet/>
      <dgm:spPr/>
      <dgm:t>
        <a:bodyPr/>
        <a:lstStyle/>
        <a:p>
          <a:endParaRPr lang="en-US"/>
        </a:p>
      </dgm:t>
    </dgm:pt>
    <dgm:pt modelId="{D3BD758A-FAEA-4429-AC95-4A5A41934522}" type="sibTrans" cxnId="{680CD840-C08A-40F3-B364-7E233CE4E1F5}">
      <dgm:prSet/>
      <dgm:spPr/>
      <dgm:t>
        <a:bodyPr/>
        <a:lstStyle/>
        <a:p>
          <a:endParaRPr lang="en-US"/>
        </a:p>
      </dgm:t>
    </dgm:pt>
    <dgm:pt modelId="{12C19A8F-BDFC-4646-920D-336A88F07120}">
      <dgm:prSet/>
      <dgm:spPr/>
      <dgm:t>
        <a:bodyPr/>
        <a:lstStyle/>
        <a:p>
          <a:r>
            <a:rPr lang="en-US" baseline="0"/>
            <a:t>Defining Lead Time vs. Process Time</a:t>
          </a:r>
          <a:endParaRPr lang="en-US"/>
        </a:p>
      </dgm:t>
    </dgm:pt>
    <dgm:pt modelId="{951B5D6C-8834-4937-9B23-B3D9E128A5BF}" type="parTrans" cxnId="{03B36683-B345-46F5-B355-7214E57AD670}">
      <dgm:prSet/>
      <dgm:spPr/>
      <dgm:t>
        <a:bodyPr/>
        <a:lstStyle/>
        <a:p>
          <a:endParaRPr lang="en-US"/>
        </a:p>
      </dgm:t>
    </dgm:pt>
    <dgm:pt modelId="{27052E4C-10B4-4363-909F-6417BAFD1490}" type="sibTrans" cxnId="{03B36683-B345-46F5-B355-7214E57AD670}">
      <dgm:prSet/>
      <dgm:spPr/>
      <dgm:t>
        <a:bodyPr/>
        <a:lstStyle/>
        <a:p>
          <a:endParaRPr lang="en-US"/>
        </a:p>
      </dgm:t>
    </dgm:pt>
    <dgm:pt modelId="{FFA4A1D1-7EF3-4126-B527-09BBABC85335}">
      <dgm:prSet/>
      <dgm:spPr/>
      <dgm:t>
        <a:bodyPr/>
        <a:lstStyle/>
        <a:p>
          <a:r>
            <a:rPr lang="en-US" baseline="0"/>
            <a:t>The Common Scenario: Deployment Lead Times Requiring Months</a:t>
          </a:r>
          <a:endParaRPr lang="en-US"/>
        </a:p>
      </dgm:t>
    </dgm:pt>
    <dgm:pt modelId="{7E6B28E2-2526-4044-AECF-ABD8EDFF4986}" type="parTrans" cxnId="{DA753FD0-4FB1-4D38-A172-F4F13E031348}">
      <dgm:prSet/>
      <dgm:spPr/>
      <dgm:t>
        <a:bodyPr/>
        <a:lstStyle/>
        <a:p>
          <a:endParaRPr lang="en-US"/>
        </a:p>
      </dgm:t>
    </dgm:pt>
    <dgm:pt modelId="{B82A150A-D382-43CE-B182-D223369D52DB}" type="sibTrans" cxnId="{DA753FD0-4FB1-4D38-A172-F4F13E031348}">
      <dgm:prSet/>
      <dgm:spPr/>
      <dgm:t>
        <a:bodyPr/>
        <a:lstStyle/>
        <a:p>
          <a:endParaRPr lang="en-US"/>
        </a:p>
      </dgm:t>
    </dgm:pt>
    <dgm:pt modelId="{47930FAD-7EF0-4E89-83F2-47D9FF30F67E}">
      <dgm:prSet/>
      <dgm:spPr/>
      <dgm:t>
        <a:bodyPr/>
        <a:lstStyle/>
        <a:p>
          <a:r>
            <a:rPr lang="en-US" baseline="0"/>
            <a:t>Our DevOps Ideal: Development Lead Times of Minutes</a:t>
          </a:r>
          <a:endParaRPr lang="en-US"/>
        </a:p>
      </dgm:t>
    </dgm:pt>
    <dgm:pt modelId="{2A7E7E8D-2FA1-4018-9E39-732EAF8CCBB9}" type="parTrans" cxnId="{4577D62C-5A6E-4631-B7BB-EAB2EDD6554C}">
      <dgm:prSet/>
      <dgm:spPr/>
      <dgm:t>
        <a:bodyPr/>
        <a:lstStyle/>
        <a:p>
          <a:endParaRPr lang="en-US"/>
        </a:p>
      </dgm:t>
    </dgm:pt>
    <dgm:pt modelId="{1AA2B27C-A4A6-4F57-A278-185CA11D7B0B}" type="sibTrans" cxnId="{4577D62C-5A6E-4631-B7BB-EAB2EDD6554C}">
      <dgm:prSet/>
      <dgm:spPr/>
      <dgm:t>
        <a:bodyPr/>
        <a:lstStyle/>
        <a:p>
          <a:endParaRPr lang="en-US"/>
        </a:p>
      </dgm:t>
    </dgm:pt>
    <dgm:pt modelId="{04C8D85E-1A85-4A3B-9238-65ED0821A117}" type="pres">
      <dgm:prSet presAssocID="{613CB09D-8504-4A0B-B42F-2E1F76B4D73B}" presName="outerComposite" presStyleCnt="0">
        <dgm:presLayoutVars>
          <dgm:chMax val="5"/>
          <dgm:dir/>
          <dgm:resizeHandles val="exact"/>
        </dgm:presLayoutVars>
      </dgm:prSet>
      <dgm:spPr/>
    </dgm:pt>
    <dgm:pt modelId="{A6995168-CED6-4A41-985E-F99DFEB8B773}" type="pres">
      <dgm:prSet presAssocID="{613CB09D-8504-4A0B-B42F-2E1F76B4D73B}" presName="dummyMaxCanvas" presStyleCnt="0">
        <dgm:presLayoutVars/>
      </dgm:prSet>
      <dgm:spPr/>
    </dgm:pt>
    <dgm:pt modelId="{8955CBA7-8B4A-4FE1-AC6D-3F1B84F7A070}" type="pres">
      <dgm:prSet presAssocID="{613CB09D-8504-4A0B-B42F-2E1F76B4D73B}" presName="FourNodes_1" presStyleLbl="node1" presStyleIdx="0" presStyleCnt="4">
        <dgm:presLayoutVars>
          <dgm:bulletEnabled val="1"/>
        </dgm:presLayoutVars>
      </dgm:prSet>
      <dgm:spPr/>
    </dgm:pt>
    <dgm:pt modelId="{C6659F34-A399-4F7F-AF8C-7FFD4D34A638}" type="pres">
      <dgm:prSet presAssocID="{613CB09D-8504-4A0B-B42F-2E1F76B4D73B}" presName="FourNodes_2" presStyleLbl="node1" presStyleIdx="1" presStyleCnt="4">
        <dgm:presLayoutVars>
          <dgm:bulletEnabled val="1"/>
        </dgm:presLayoutVars>
      </dgm:prSet>
      <dgm:spPr/>
    </dgm:pt>
    <dgm:pt modelId="{5E7989A2-7DD7-4C02-9543-0B0BF017F6F2}" type="pres">
      <dgm:prSet presAssocID="{613CB09D-8504-4A0B-B42F-2E1F76B4D73B}" presName="FourNodes_3" presStyleLbl="node1" presStyleIdx="2" presStyleCnt="4">
        <dgm:presLayoutVars>
          <dgm:bulletEnabled val="1"/>
        </dgm:presLayoutVars>
      </dgm:prSet>
      <dgm:spPr/>
    </dgm:pt>
    <dgm:pt modelId="{D3E019D4-68CC-455C-ADEB-290D38D8AFAA}" type="pres">
      <dgm:prSet presAssocID="{613CB09D-8504-4A0B-B42F-2E1F76B4D73B}" presName="FourNodes_4" presStyleLbl="node1" presStyleIdx="3" presStyleCnt="4">
        <dgm:presLayoutVars>
          <dgm:bulletEnabled val="1"/>
        </dgm:presLayoutVars>
      </dgm:prSet>
      <dgm:spPr/>
    </dgm:pt>
    <dgm:pt modelId="{1A6AA4A8-ECCF-4F79-AD7C-E3A6DBADD8FD}" type="pres">
      <dgm:prSet presAssocID="{613CB09D-8504-4A0B-B42F-2E1F76B4D73B}" presName="FourConn_1-2" presStyleLbl="fgAccFollowNode1" presStyleIdx="0" presStyleCnt="3">
        <dgm:presLayoutVars>
          <dgm:bulletEnabled val="1"/>
        </dgm:presLayoutVars>
      </dgm:prSet>
      <dgm:spPr/>
    </dgm:pt>
    <dgm:pt modelId="{40153CBA-6ED4-445B-A59A-F04F9F70D364}" type="pres">
      <dgm:prSet presAssocID="{613CB09D-8504-4A0B-B42F-2E1F76B4D73B}" presName="FourConn_2-3" presStyleLbl="fgAccFollowNode1" presStyleIdx="1" presStyleCnt="3">
        <dgm:presLayoutVars>
          <dgm:bulletEnabled val="1"/>
        </dgm:presLayoutVars>
      </dgm:prSet>
      <dgm:spPr/>
    </dgm:pt>
    <dgm:pt modelId="{FDBBD900-BB53-48E1-9791-034224100A79}" type="pres">
      <dgm:prSet presAssocID="{613CB09D-8504-4A0B-B42F-2E1F76B4D73B}" presName="FourConn_3-4" presStyleLbl="fgAccFollowNode1" presStyleIdx="2" presStyleCnt="3">
        <dgm:presLayoutVars>
          <dgm:bulletEnabled val="1"/>
        </dgm:presLayoutVars>
      </dgm:prSet>
      <dgm:spPr/>
    </dgm:pt>
    <dgm:pt modelId="{097DDB8D-A80F-4CBC-9770-D8DDED23F82A}" type="pres">
      <dgm:prSet presAssocID="{613CB09D-8504-4A0B-B42F-2E1F76B4D73B}" presName="FourNodes_1_text" presStyleLbl="node1" presStyleIdx="3" presStyleCnt="4">
        <dgm:presLayoutVars>
          <dgm:bulletEnabled val="1"/>
        </dgm:presLayoutVars>
      </dgm:prSet>
      <dgm:spPr/>
    </dgm:pt>
    <dgm:pt modelId="{3C0756E6-DCAC-4730-8B69-9AC87275E911}" type="pres">
      <dgm:prSet presAssocID="{613CB09D-8504-4A0B-B42F-2E1F76B4D73B}" presName="FourNodes_2_text" presStyleLbl="node1" presStyleIdx="3" presStyleCnt="4">
        <dgm:presLayoutVars>
          <dgm:bulletEnabled val="1"/>
        </dgm:presLayoutVars>
      </dgm:prSet>
      <dgm:spPr/>
    </dgm:pt>
    <dgm:pt modelId="{15F636C5-DA53-4C50-A09D-24624144A4A3}" type="pres">
      <dgm:prSet presAssocID="{613CB09D-8504-4A0B-B42F-2E1F76B4D73B}" presName="FourNodes_3_text" presStyleLbl="node1" presStyleIdx="3" presStyleCnt="4">
        <dgm:presLayoutVars>
          <dgm:bulletEnabled val="1"/>
        </dgm:presLayoutVars>
      </dgm:prSet>
      <dgm:spPr/>
    </dgm:pt>
    <dgm:pt modelId="{3EA77BCC-A83A-4689-B3F6-A99B354E6498}" type="pres">
      <dgm:prSet presAssocID="{613CB09D-8504-4A0B-B42F-2E1F76B4D73B}" presName="FourNodes_4_text" presStyleLbl="node1" presStyleIdx="3" presStyleCnt="4">
        <dgm:presLayoutVars>
          <dgm:bulletEnabled val="1"/>
        </dgm:presLayoutVars>
      </dgm:prSet>
      <dgm:spPr/>
    </dgm:pt>
  </dgm:ptLst>
  <dgm:cxnLst>
    <dgm:cxn modelId="{4577D62C-5A6E-4631-B7BB-EAB2EDD6554C}" srcId="{613CB09D-8504-4A0B-B42F-2E1F76B4D73B}" destId="{47930FAD-7EF0-4E89-83F2-47D9FF30F67E}" srcOrd="3" destOrd="0" parTransId="{2A7E7E8D-2FA1-4018-9E39-732EAF8CCBB9}" sibTransId="{1AA2B27C-A4A6-4F57-A278-185CA11D7B0B}"/>
    <dgm:cxn modelId="{CD1CB62D-90F5-4913-973F-FEF3A425B749}" type="presOf" srcId="{47930FAD-7EF0-4E89-83F2-47D9FF30F67E}" destId="{D3E019D4-68CC-455C-ADEB-290D38D8AFAA}" srcOrd="0" destOrd="0" presId="urn:microsoft.com/office/officeart/2005/8/layout/vProcess5"/>
    <dgm:cxn modelId="{964F8B35-229F-43B9-BC29-2124D08CB24B}" type="presOf" srcId="{B82A150A-D382-43CE-B182-D223369D52DB}" destId="{FDBBD900-BB53-48E1-9791-034224100A79}" srcOrd="0" destOrd="0" presId="urn:microsoft.com/office/officeart/2005/8/layout/vProcess5"/>
    <dgm:cxn modelId="{680CD840-C08A-40F3-B364-7E233CE4E1F5}" srcId="{613CB09D-8504-4A0B-B42F-2E1F76B4D73B}" destId="{2F29F112-D3E3-4036-9290-41D3000B668E}" srcOrd="0" destOrd="0" parTransId="{3BC73679-EE64-4651-A01A-A4C0B0A3A2EA}" sibTransId="{D3BD758A-FAEA-4429-AC95-4A5A41934522}"/>
    <dgm:cxn modelId="{F43CB764-508E-4355-8339-9529D2F7207C}" type="presOf" srcId="{613CB09D-8504-4A0B-B42F-2E1F76B4D73B}" destId="{04C8D85E-1A85-4A3B-9238-65ED0821A117}" srcOrd="0" destOrd="0" presId="urn:microsoft.com/office/officeart/2005/8/layout/vProcess5"/>
    <dgm:cxn modelId="{29B9676A-7D2E-4F5E-A3BB-F991E4A22585}" type="presOf" srcId="{2F29F112-D3E3-4036-9290-41D3000B668E}" destId="{8955CBA7-8B4A-4FE1-AC6D-3F1B84F7A070}" srcOrd="0" destOrd="0" presId="urn:microsoft.com/office/officeart/2005/8/layout/vProcess5"/>
    <dgm:cxn modelId="{03B36683-B345-46F5-B355-7214E57AD670}" srcId="{613CB09D-8504-4A0B-B42F-2E1F76B4D73B}" destId="{12C19A8F-BDFC-4646-920D-336A88F07120}" srcOrd="1" destOrd="0" parTransId="{951B5D6C-8834-4937-9B23-B3D9E128A5BF}" sibTransId="{27052E4C-10B4-4363-909F-6417BAFD1490}"/>
    <dgm:cxn modelId="{E42469A7-43F5-4B6C-BFD1-CFD793C3A7BF}" type="presOf" srcId="{2F29F112-D3E3-4036-9290-41D3000B668E}" destId="{097DDB8D-A80F-4CBC-9770-D8DDED23F82A}" srcOrd="1" destOrd="0" presId="urn:microsoft.com/office/officeart/2005/8/layout/vProcess5"/>
    <dgm:cxn modelId="{9C4A0FB5-49A1-4FEA-8FBB-E1879BB9620E}" type="presOf" srcId="{FFA4A1D1-7EF3-4126-B527-09BBABC85335}" destId="{5E7989A2-7DD7-4C02-9543-0B0BF017F6F2}" srcOrd="0" destOrd="0" presId="urn:microsoft.com/office/officeart/2005/8/layout/vProcess5"/>
    <dgm:cxn modelId="{BC0581C9-4C98-49ED-A800-013C5AAC7A1C}" type="presOf" srcId="{D3BD758A-FAEA-4429-AC95-4A5A41934522}" destId="{1A6AA4A8-ECCF-4F79-AD7C-E3A6DBADD8FD}" srcOrd="0" destOrd="0" presId="urn:microsoft.com/office/officeart/2005/8/layout/vProcess5"/>
    <dgm:cxn modelId="{5266A2CA-272A-4405-A3D0-A78C0DCC9239}" type="presOf" srcId="{27052E4C-10B4-4363-909F-6417BAFD1490}" destId="{40153CBA-6ED4-445B-A59A-F04F9F70D364}" srcOrd="0" destOrd="0" presId="urn:microsoft.com/office/officeart/2005/8/layout/vProcess5"/>
    <dgm:cxn modelId="{FF8B6CCE-9AC0-418C-9B00-8035475B4D8D}" type="presOf" srcId="{12C19A8F-BDFC-4646-920D-336A88F07120}" destId="{3C0756E6-DCAC-4730-8B69-9AC87275E911}" srcOrd="1" destOrd="0" presId="urn:microsoft.com/office/officeart/2005/8/layout/vProcess5"/>
    <dgm:cxn modelId="{DA753FD0-4FB1-4D38-A172-F4F13E031348}" srcId="{613CB09D-8504-4A0B-B42F-2E1F76B4D73B}" destId="{FFA4A1D1-7EF3-4126-B527-09BBABC85335}" srcOrd="2" destOrd="0" parTransId="{7E6B28E2-2526-4044-AECF-ABD8EDFF4986}" sibTransId="{B82A150A-D382-43CE-B182-D223369D52DB}"/>
    <dgm:cxn modelId="{7E9451D4-4B41-4FD1-825E-C31CDF7FF38A}" type="presOf" srcId="{47930FAD-7EF0-4E89-83F2-47D9FF30F67E}" destId="{3EA77BCC-A83A-4689-B3F6-A99B354E6498}" srcOrd="1" destOrd="0" presId="urn:microsoft.com/office/officeart/2005/8/layout/vProcess5"/>
    <dgm:cxn modelId="{38CBC1DC-562F-4DE9-BE9C-07C9F371DCA8}" type="presOf" srcId="{12C19A8F-BDFC-4646-920D-336A88F07120}" destId="{C6659F34-A399-4F7F-AF8C-7FFD4D34A638}" srcOrd="0" destOrd="0" presId="urn:microsoft.com/office/officeart/2005/8/layout/vProcess5"/>
    <dgm:cxn modelId="{F3E974FA-17EA-4155-A040-6A6C02008760}" type="presOf" srcId="{FFA4A1D1-7EF3-4126-B527-09BBABC85335}" destId="{15F636C5-DA53-4C50-A09D-24624144A4A3}" srcOrd="1" destOrd="0" presId="urn:microsoft.com/office/officeart/2005/8/layout/vProcess5"/>
    <dgm:cxn modelId="{CCD159AC-CC9B-4A89-84DB-A7ACB2E0AD91}" type="presParOf" srcId="{04C8D85E-1A85-4A3B-9238-65ED0821A117}" destId="{A6995168-CED6-4A41-985E-F99DFEB8B773}" srcOrd="0" destOrd="0" presId="urn:microsoft.com/office/officeart/2005/8/layout/vProcess5"/>
    <dgm:cxn modelId="{CA5B56C5-D228-4346-BAD5-95709F891389}" type="presParOf" srcId="{04C8D85E-1A85-4A3B-9238-65ED0821A117}" destId="{8955CBA7-8B4A-4FE1-AC6D-3F1B84F7A070}" srcOrd="1" destOrd="0" presId="urn:microsoft.com/office/officeart/2005/8/layout/vProcess5"/>
    <dgm:cxn modelId="{28C39754-0EFB-460B-9B9C-52BC6C36C29F}" type="presParOf" srcId="{04C8D85E-1A85-4A3B-9238-65ED0821A117}" destId="{C6659F34-A399-4F7F-AF8C-7FFD4D34A638}" srcOrd="2" destOrd="0" presId="urn:microsoft.com/office/officeart/2005/8/layout/vProcess5"/>
    <dgm:cxn modelId="{2D14B69E-C230-4076-A9A8-CE787DAD8B5E}" type="presParOf" srcId="{04C8D85E-1A85-4A3B-9238-65ED0821A117}" destId="{5E7989A2-7DD7-4C02-9543-0B0BF017F6F2}" srcOrd="3" destOrd="0" presId="urn:microsoft.com/office/officeart/2005/8/layout/vProcess5"/>
    <dgm:cxn modelId="{6A253E60-3200-4F87-A261-BD1749309F58}" type="presParOf" srcId="{04C8D85E-1A85-4A3B-9238-65ED0821A117}" destId="{D3E019D4-68CC-455C-ADEB-290D38D8AFAA}" srcOrd="4" destOrd="0" presId="urn:microsoft.com/office/officeart/2005/8/layout/vProcess5"/>
    <dgm:cxn modelId="{43A5280A-9C2B-4D1A-BDC4-C809B7C91673}" type="presParOf" srcId="{04C8D85E-1A85-4A3B-9238-65ED0821A117}" destId="{1A6AA4A8-ECCF-4F79-AD7C-E3A6DBADD8FD}" srcOrd="5" destOrd="0" presId="urn:microsoft.com/office/officeart/2005/8/layout/vProcess5"/>
    <dgm:cxn modelId="{45AB0E3C-22B8-4C73-B8BB-84A91243B82B}" type="presParOf" srcId="{04C8D85E-1A85-4A3B-9238-65ED0821A117}" destId="{40153CBA-6ED4-445B-A59A-F04F9F70D364}" srcOrd="6" destOrd="0" presId="urn:microsoft.com/office/officeart/2005/8/layout/vProcess5"/>
    <dgm:cxn modelId="{728398A8-B37E-4210-9CD2-3EECA3FE6B29}" type="presParOf" srcId="{04C8D85E-1A85-4A3B-9238-65ED0821A117}" destId="{FDBBD900-BB53-48E1-9791-034224100A79}" srcOrd="7" destOrd="0" presId="urn:microsoft.com/office/officeart/2005/8/layout/vProcess5"/>
    <dgm:cxn modelId="{C51E0D24-268F-41E9-919D-58E2322652AB}" type="presParOf" srcId="{04C8D85E-1A85-4A3B-9238-65ED0821A117}" destId="{097DDB8D-A80F-4CBC-9770-D8DDED23F82A}" srcOrd="8" destOrd="0" presId="urn:microsoft.com/office/officeart/2005/8/layout/vProcess5"/>
    <dgm:cxn modelId="{61FFBD0C-150C-4F16-9ECB-015AAE1D439D}" type="presParOf" srcId="{04C8D85E-1A85-4A3B-9238-65ED0821A117}" destId="{3C0756E6-DCAC-4730-8B69-9AC87275E911}" srcOrd="9" destOrd="0" presId="urn:microsoft.com/office/officeart/2005/8/layout/vProcess5"/>
    <dgm:cxn modelId="{C24FC13D-C10D-4DF0-B242-BD6345D0411F}" type="presParOf" srcId="{04C8D85E-1A85-4A3B-9238-65ED0821A117}" destId="{15F636C5-DA53-4C50-A09D-24624144A4A3}" srcOrd="10" destOrd="0" presId="urn:microsoft.com/office/officeart/2005/8/layout/vProcess5"/>
    <dgm:cxn modelId="{C8FEAA9A-4EC5-4A21-A823-38B6C931D3B3}" type="presParOf" srcId="{04C8D85E-1A85-4A3B-9238-65ED0821A117}" destId="{3EA77BCC-A83A-4689-B3F6-A99B354E6498}"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A0D4DA5-5414-4739-B1DA-F97D4FE61CCC}"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9F19AC08-44D9-4460-9E58-DCF6118188D3}">
      <dgm:prSet/>
      <dgm:spPr/>
      <dgm:t>
        <a:bodyPr/>
        <a:lstStyle/>
        <a:p>
          <a:r>
            <a:rPr lang="en-US"/>
            <a:t>Beal, H. (2022, February 3). </a:t>
          </a:r>
          <a:r>
            <a:rPr lang="en-US" i="1"/>
            <a:t>What is a value stream?</a:t>
          </a:r>
          <a:r>
            <a:rPr lang="en-US"/>
            <a:t> Medium. </a:t>
          </a:r>
          <a:r>
            <a:rPr lang="en-US">
              <a:hlinkClick xmlns:r="http://schemas.openxmlformats.org/officeDocument/2006/relationships" r:id="rId1"/>
            </a:rPr>
            <a:t>https://medium.com/flowtopia/what-is-a-value-stream-6dd64e5bef3c</a:t>
          </a:r>
          <a:endParaRPr lang="en-US"/>
        </a:p>
      </dgm:t>
    </dgm:pt>
    <dgm:pt modelId="{24C572F6-8668-4553-9FF2-F71984F51ED6}" type="parTrans" cxnId="{C9090140-6CC0-4397-9318-E74A3FE2C5F0}">
      <dgm:prSet/>
      <dgm:spPr/>
      <dgm:t>
        <a:bodyPr/>
        <a:lstStyle/>
        <a:p>
          <a:endParaRPr lang="en-US"/>
        </a:p>
      </dgm:t>
    </dgm:pt>
    <dgm:pt modelId="{822E49A0-E64E-4FDC-B364-9C0DD1A2D436}" type="sibTrans" cxnId="{C9090140-6CC0-4397-9318-E74A3FE2C5F0}">
      <dgm:prSet/>
      <dgm:spPr/>
      <dgm:t>
        <a:bodyPr/>
        <a:lstStyle/>
        <a:p>
          <a:endParaRPr lang="en-US"/>
        </a:p>
      </dgm:t>
    </dgm:pt>
    <dgm:pt modelId="{76B9B23A-9308-4274-AFAA-162AB61A671A}">
      <dgm:prSet/>
      <dgm:spPr/>
      <dgm:t>
        <a:bodyPr/>
        <a:lstStyle/>
        <a:p>
          <a:r>
            <a:rPr lang="en-US"/>
            <a:t>Entigo. (n.d.). </a:t>
          </a:r>
          <a:r>
            <a:rPr lang="en-US" i="1"/>
            <a:t>How to reduce lead time in software development with DevOps and value stream management</a:t>
          </a:r>
          <a:r>
            <a:rPr lang="en-US"/>
            <a:t>. </a:t>
          </a:r>
          <a:r>
            <a:rPr lang="en-US">
              <a:hlinkClick xmlns:r="http://schemas.openxmlformats.org/officeDocument/2006/relationships" r:id="rId2"/>
            </a:rPr>
            <a:t>https://www.entigo.com/blog/how-to-reduce-lead-time-in-software-development-with-devops-and-value-stream-management</a:t>
          </a:r>
          <a:endParaRPr lang="en-US"/>
        </a:p>
      </dgm:t>
    </dgm:pt>
    <dgm:pt modelId="{3F2DA646-CDA0-4240-9470-491DAA6B8F6D}" type="parTrans" cxnId="{3DB4FC82-BA88-45F2-A236-6FD11127B9AE}">
      <dgm:prSet/>
      <dgm:spPr/>
      <dgm:t>
        <a:bodyPr/>
        <a:lstStyle/>
        <a:p>
          <a:endParaRPr lang="en-US"/>
        </a:p>
      </dgm:t>
    </dgm:pt>
    <dgm:pt modelId="{57B219A8-3046-40D8-A50F-FAD4428C2CED}" type="sibTrans" cxnId="{3DB4FC82-BA88-45F2-A236-6FD11127B9AE}">
      <dgm:prSet/>
      <dgm:spPr/>
      <dgm:t>
        <a:bodyPr/>
        <a:lstStyle/>
        <a:p>
          <a:endParaRPr lang="en-US"/>
        </a:p>
      </dgm:t>
    </dgm:pt>
    <dgm:pt modelId="{3BBB0509-08A0-416E-B312-5FB9271FCD4B}">
      <dgm:prSet/>
      <dgm:spPr/>
      <dgm:t>
        <a:bodyPr/>
        <a:lstStyle/>
        <a:p>
          <a:r>
            <a:rPr lang="en-US"/>
            <a:t>Kim, G., Humble, J., Debois, P., Willis, J., &amp; Allspaw, J. (2016). </a:t>
          </a:r>
          <a:r>
            <a:rPr lang="en-US" i="1"/>
            <a:t>The DevOps Handbook: How to Create World-Class Agility, Reliability, &amp; Security in Technology Organizations</a:t>
          </a:r>
          <a:r>
            <a:rPr lang="en-US"/>
            <a:t> (2nd ed.). IT Revolution Press.</a:t>
          </a:r>
        </a:p>
      </dgm:t>
    </dgm:pt>
    <dgm:pt modelId="{D49C9992-7F01-4A30-A142-97FEF412AC49}" type="parTrans" cxnId="{300A5C7B-8716-4B3D-8D9D-43C6DC386A73}">
      <dgm:prSet/>
      <dgm:spPr/>
      <dgm:t>
        <a:bodyPr/>
        <a:lstStyle/>
        <a:p>
          <a:endParaRPr lang="en-US"/>
        </a:p>
      </dgm:t>
    </dgm:pt>
    <dgm:pt modelId="{34B3A413-98FA-4120-A043-42ED8D0DA63C}" type="sibTrans" cxnId="{300A5C7B-8716-4B3D-8D9D-43C6DC386A73}">
      <dgm:prSet/>
      <dgm:spPr/>
      <dgm:t>
        <a:bodyPr/>
        <a:lstStyle/>
        <a:p>
          <a:endParaRPr lang="en-US"/>
        </a:p>
      </dgm:t>
    </dgm:pt>
    <dgm:pt modelId="{C7B94BC0-F520-4467-ADBC-AD6201F5220D}" type="pres">
      <dgm:prSet presAssocID="{AA0D4DA5-5414-4739-B1DA-F97D4FE61CCC}" presName="root" presStyleCnt="0">
        <dgm:presLayoutVars>
          <dgm:dir/>
          <dgm:resizeHandles val="exact"/>
        </dgm:presLayoutVars>
      </dgm:prSet>
      <dgm:spPr/>
    </dgm:pt>
    <dgm:pt modelId="{9C4885CA-2746-49C0-8188-778025492D0A}" type="pres">
      <dgm:prSet presAssocID="{9F19AC08-44D9-4460-9E58-DCF6118188D3}" presName="compNode" presStyleCnt="0"/>
      <dgm:spPr/>
    </dgm:pt>
    <dgm:pt modelId="{A639854F-04A7-45B0-BE8A-1D99D659FD5C}" type="pres">
      <dgm:prSet presAssocID="{9F19AC08-44D9-4460-9E58-DCF6118188D3}" presName="bgRect" presStyleLbl="bgShp" presStyleIdx="0" presStyleCnt="3"/>
      <dgm:spPr/>
    </dgm:pt>
    <dgm:pt modelId="{A7AA4B09-930A-4D5C-970F-8ECC880F777F}" type="pres">
      <dgm:prSet presAssocID="{9F19AC08-44D9-4460-9E58-DCF6118188D3}" presName="iconRect" presStyleLbl="node1" presStyleIdx="0" presStyleCnt="3"/>
      <dgm:spPr>
        <a:blipFill>
          <a:blip xmlns:r="http://schemas.openxmlformats.org/officeDocument/2006/relationships" r:embed="rId3">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Internet with solid fill"/>
        </a:ext>
      </dgm:extLst>
    </dgm:pt>
    <dgm:pt modelId="{7E547522-8EF3-4DE6-AE78-5FBAB575F4D0}" type="pres">
      <dgm:prSet presAssocID="{9F19AC08-44D9-4460-9E58-DCF6118188D3}" presName="spaceRect" presStyleCnt="0"/>
      <dgm:spPr/>
    </dgm:pt>
    <dgm:pt modelId="{FA7F8359-9A96-4832-970C-A89C46C3DF5F}" type="pres">
      <dgm:prSet presAssocID="{9F19AC08-44D9-4460-9E58-DCF6118188D3}" presName="parTx" presStyleLbl="revTx" presStyleIdx="0" presStyleCnt="3">
        <dgm:presLayoutVars>
          <dgm:chMax val="0"/>
          <dgm:chPref val="0"/>
        </dgm:presLayoutVars>
      </dgm:prSet>
      <dgm:spPr/>
    </dgm:pt>
    <dgm:pt modelId="{02A5C52E-BA5F-4E85-89BF-EE6892B19537}" type="pres">
      <dgm:prSet presAssocID="{822E49A0-E64E-4FDC-B364-9C0DD1A2D436}" presName="sibTrans" presStyleCnt="0"/>
      <dgm:spPr/>
    </dgm:pt>
    <dgm:pt modelId="{6ED8F580-AEFF-44E4-89FB-119883B27436}" type="pres">
      <dgm:prSet presAssocID="{76B9B23A-9308-4274-AFAA-162AB61A671A}" presName="compNode" presStyleCnt="0"/>
      <dgm:spPr/>
    </dgm:pt>
    <dgm:pt modelId="{9809FB36-CABA-4B13-B77E-43013C437119}" type="pres">
      <dgm:prSet presAssocID="{76B9B23A-9308-4274-AFAA-162AB61A671A}" presName="bgRect" presStyleLbl="bgShp" presStyleIdx="1" presStyleCnt="3"/>
      <dgm:spPr/>
    </dgm:pt>
    <dgm:pt modelId="{8F21DA1B-9481-4BDD-9FE2-A876DF289F53}" type="pres">
      <dgm:prSet presAssocID="{76B9B23A-9308-4274-AFAA-162AB61A671A}" presName="iconRect" presStyleLbl="node1" presStyleIdx="1" presStyleCnt="3"/>
      <dgm:spPr>
        <a:blipFill>
          <a:blip xmlns:r="http://schemas.openxmlformats.org/officeDocument/2006/relationships" r:embed="rId5">
            <a:extLst>
              <a:ext uri="{96DAC541-7B7A-43D3-8B79-37D633B846F1}">
                <asvg:svgBlip xmlns:asvg="http://schemas.microsoft.com/office/drawing/2016/SVG/main" r:embed="rId6"/>
              </a:ext>
            </a:extLst>
          </a:blip>
          <a:srcRect/>
          <a:stretch>
            <a:fillRect/>
          </a:stretch>
        </a:blipFill>
        <a:ln>
          <a:noFill/>
        </a:ln>
      </dgm:spPr>
      <dgm:extLst>
        <a:ext uri="{E40237B7-FDA0-4F09-8148-C483321AD2D9}">
          <dgm14:cNvPr xmlns:dgm14="http://schemas.microsoft.com/office/drawing/2010/diagram" id="0" name="" descr="Web design with solid fill"/>
        </a:ext>
      </dgm:extLst>
    </dgm:pt>
    <dgm:pt modelId="{850905DE-59E4-422F-B984-5FD240A1AF64}" type="pres">
      <dgm:prSet presAssocID="{76B9B23A-9308-4274-AFAA-162AB61A671A}" presName="spaceRect" presStyleCnt="0"/>
      <dgm:spPr/>
    </dgm:pt>
    <dgm:pt modelId="{2FFC4F6E-FBAA-4D39-8C2A-FAA925EAAEDB}" type="pres">
      <dgm:prSet presAssocID="{76B9B23A-9308-4274-AFAA-162AB61A671A}" presName="parTx" presStyleLbl="revTx" presStyleIdx="1" presStyleCnt="3">
        <dgm:presLayoutVars>
          <dgm:chMax val="0"/>
          <dgm:chPref val="0"/>
        </dgm:presLayoutVars>
      </dgm:prSet>
      <dgm:spPr/>
    </dgm:pt>
    <dgm:pt modelId="{DC65E73D-7CC2-46E4-A504-1368FE187928}" type="pres">
      <dgm:prSet presAssocID="{57B219A8-3046-40D8-A50F-FAD4428C2CED}" presName="sibTrans" presStyleCnt="0"/>
      <dgm:spPr/>
    </dgm:pt>
    <dgm:pt modelId="{CA0D1864-D38B-4F00-8A63-439E78431E78}" type="pres">
      <dgm:prSet presAssocID="{3BBB0509-08A0-416E-B312-5FB9271FCD4B}" presName="compNode" presStyleCnt="0"/>
      <dgm:spPr/>
    </dgm:pt>
    <dgm:pt modelId="{E004D67E-116F-474C-990B-7C84DC9FC16D}" type="pres">
      <dgm:prSet presAssocID="{3BBB0509-08A0-416E-B312-5FB9271FCD4B}" presName="bgRect" presStyleLbl="bgShp" presStyleIdx="2" presStyleCnt="3"/>
      <dgm:spPr/>
    </dgm:pt>
    <dgm:pt modelId="{382A817D-8A02-40E3-892B-E68BA8F1E4EC}" type="pres">
      <dgm:prSet presAssocID="{3BBB0509-08A0-416E-B312-5FB9271FCD4B}" presName="iconRect" presStyleLbl="node1" presStyleIdx="2" presStyleCnt="3"/>
      <dgm:spPr>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a:noFill/>
        </a:ln>
      </dgm:spPr>
      <dgm:extLst>
        <a:ext uri="{E40237B7-FDA0-4F09-8148-C483321AD2D9}">
          <dgm14:cNvPr xmlns:dgm14="http://schemas.microsoft.com/office/drawing/2010/diagram" id="0" name="" descr="Books with solid fill"/>
        </a:ext>
      </dgm:extLst>
    </dgm:pt>
    <dgm:pt modelId="{B9D95507-2433-4711-BA7C-B5A36EE52D95}" type="pres">
      <dgm:prSet presAssocID="{3BBB0509-08A0-416E-B312-5FB9271FCD4B}" presName="spaceRect" presStyleCnt="0"/>
      <dgm:spPr/>
    </dgm:pt>
    <dgm:pt modelId="{E1296F30-5E46-4561-87A2-1B6368551BB3}" type="pres">
      <dgm:prSet presAssocID="{3BBB0509-08A0-416E-B312-5FB9271FCD4B}" presName="parTx" presStyleLbl="revTx" presStyleIdx="2" presStyleCnt="3">
        <dgm:presLayoutVars>
          <dgm:chMax val="0"/>
          <dgm:chPref val="0"/>
        </dgm:presLayoutVars>
      </dgm:prSet>
      <dgm:spPr/>
    </dgm:pt>
  </dgm:ptLst>
  <dgm:cxnLst>
    <dgm:cxn modelId="{C9090140-6CC0-4397-9318-E74A3FE2C5F0}" srcId="{AA0D4DA5-5414-4739-B1DA-F97D4FE61CCC}" destId="{9F19AC08-44D9-4460-9E58-DCF6118188D3}" srcOrd="0" destOrd="0" parTransId="{24C572F6-8668-4553-9FF2-F71984F51ED6}" sibTransId="{822E49A0-E64E-4FDC-B364-9C0DD1A2D436}"/>
    <dgm:cxn modelId="{D953BF42-BF02-456D-BD8B-47FCE3AD6CCA}" type="presOf" srcId="{76B9B23A-9308-4274-AFAA-162AB61A671A}" destId="{2FFC4F6E-FBAA-4D39-8C2A-FAA925EAAEDB}" srcOrd="0" destOrd="0" presId="urn:microsoft.com/office/officeart/2018/2/layout/IconVerticalSolidList"/>
    <dgm:cxn modelId="{300A5C7B-8716-4B3D-8D9D-43C6DC386A73}" srcId="{AA0D4DA5-5414-4739-B1DA-F97D4FE61CCC}" destId="{3BBB0509-08A0-416E-B312-5FB9271FCD4B}" srcOrd="2" destOrd="0" parTransId="{D49C9992-7F01-4A30-A142-97FEF412AC49}" sibTransId="{34B3A413-98FA-4120-A043-42ED8D0DA63C}"/>
    <dgm:cxn modelId="{60279A80-C0B9-4F3F-8DD7-798258A6A8D0}" type="presOf" srcId="{AA0D4DA5-5414-4739-B1DA-F97D4FE61CCC}" destId="{C7B94BC0-F520-4467-ADBC-AD6201F5220D}" srcOrd="0" destOrd="0" presId="urn:microsoft.com/office/officeart/2018/2/layout/IconVerticalSolidList"/>
    <dgm:cxn modelId="{3DB4FC82-BA88-45F2-A236-6FD11127B9AE}" srcId="{AA0D4DA5-5414-4739-B1DA-F97D4FE61CCC}" destId="{76B9B23A-9308-4274-AFAA-162AB61A671A}" srcOrd="1" destOrd="0" parTransId="{3F2DA646-CDA0-4240-9470-491DAA6B8F6D}" sibTransId="{57B219A8-3046-40D8-A50F-FAD4428C2CED}"/>
    <dgm:cxn modelId="{3CE46FC3-B56A-49B2-9121-A6C985218FD1}" type="presOf" srcId="{9F19AC08-44D9-4460-9E58-DCF6118188D3}" destId="{FA7F8359-9A96-4832-970C-A89C46C3DF5F}" srcOrd="0" destOrd="0" presId="urn:microsoft.com/office/officeart/2018/2/layout/IconVerticalSolidList"/>
    <dgm:cxn modelId="{89479CFF-9553-42EC-9D34-69B8A81D974C}" type="presOf" srcId="{3BBB0509-08A0-416E-B312-5FB9271FCD4B}" destId="{E1296F30-5E46-4561-87A2-1B6368551BB3}" srcOrd="0" destOrd="0" presId="urn:microsoft.com/office/officeart/2018/2/layout/IconVerticalSolidList"/>
    <dgm:cxn modelId="{5762AF18-7DCA-494E-AE91-91BCFDEFC2CB}" type="presParOf" srcId="{C7B94BC0-F520-4467-ADBC-AD6201F5220D}" destId="{9C4885CA-2746-49C0-8188-778025492D0A}" srcOrd="0" destOrd="0" presId="urn:microsoft.com/office/officeart/2018/2/layout/IconVerticalSolidList"/>
    <dgm:cxn modelId="{8233DAC6-A0AC-411B-9F4E-9937E3C03A63}" type="presParOf" srcId="{9C4885CA-2746-49C0-8188-778025492D0A}" destId="{A639854F-04A7-45B0-BE8A-1D99D659FD5C}" srcOrd="0" destOrd="0" presId="urn:microsoft.com/office/officeart/2018/2/layout/IconVerticalSolidList"/>
    <dgm:cxn modelId="{FD96B89D-898A-403C-8F0F-37937B656680}" type="presParOf" srcId="{9C4885CA-2746-49C0-8188-778025492D0A}" destId="{A7AA4B09-930A-4D5C-970F-8ECC880F777F}" srcOrd="1" destOrd="0" presId="urn:microsoft.com/office/officeart/2018/2/layout/IconVerticalSolidList"/>
    <dgm:cxn modelId="{B46EA736-AB79-4358-9077-D415264552A5}" type="presParOf" srcId="{9C4885CA-2746-49C0-8188-778025492D0A}" destId="{7E547522-8EF3-4DE6-AE78-5FBAB575F4D0}" srcOrd="2" destOrd="0" presId="urn:microsoft.com/office/officeart/2018/2/layout/IconVerticalSolidList"/>
    <dgm:cxn modelId="{34F06E03-76EA-4B98-98EF-78883FC82E93}" type="presParOf" srcId="{9C4885CA-2746-49C0-8188-778025492D0A}" destId="{FA7F8359-9A96-4832-970C-A89C46C3DF5F}" srcOrd="3" destOrd="0" presId="urn:microsoft.com/office/officeart/2018/2/layout/IconVerticalSolidList"/>
    <dgm:cxn modelId="{675E50A8-0551-40F8-9BAE-7BC3578A80FA}" type="presParOf" srcId="{C7B94BC0-F520-4467-ADBC-AD6201F5220D}" destId="{02A5C52E-BA5F-4E85-89BF-EE6892B19537}" srcOrd="1" destOrd="0" presId="urn:microsoft.com/office/officeart/2018/2/layout/IconVerticalSolidList"/>
    <dgm:cxn modelId="{A01B0788-27A2-40C7-993D-1B08BAEBC11D}" type="presParOf" srcId="{C7B94BC0-F520-4467-ADBC-AD6201F5220D}" destId="{6ED8F580-AEFF-44E4-89FB-119883B27436}" srcOrd="2" destOrd="0" presId="urn:microsoft.com/office/officeart/2018/2/layout/IconVerticalSolidList"/>
    <dgm:cxn modelId="{7063F449-9497-4C4B-8411-F196519BDB37}" type="presParOf" srcId="{6ED8F580-AEFF-44E4-89FB-119883B27436}" destId="{9809FB36-CABA-4B13-B77E-43013C437119}" srcOrd="0" destOrd="0" presId="urn:microsoft.com/office/officeart/2018/2/layout/IconVerticalSolidList"/>
    <dgm:cxn modelId="{5BA0CE18-35CB-45DE-85EC-791D15E6EE3C}" type="presParOf" srcId="{6ED8F580-AEFF-44E4-89FB-119883B27436}" destId="{8F21DA1B-9481-4BDD-9FE2-A876DF289F53}" srcOrd="1" destOrd="0" presId="urn:microsoft.com/office/officeart/2018/2/layout/IconVerticalSolidList"/>
    <dgm:cxn modelId="{DD763D7D-C485-408E-A7D8-A22620F7178B}" type="presParOf" srcId="{6ED8F580-AEFF-44E4-89FB-119883B27436}" destId="{850905DE-59E4-422F-B984-5FD240A1AF64}" srcOrd="2" destOrd="0" presId="urn:microsoft.com/office/officeart/2018/2/layout/IconVerticalSolidList"/>
    <dgm:cxn modelId="{2F7F9783-9032-4850-B4D3-760A30066311}" type="presParOf" srcId="{6ED8F580-AEFF-44E4-89FB-119883B27436}" destId="{2FFC4F6E-FBAA-4D39-8C2A-FAA925EAAEDB}" srcOrd="3" destOrd="0" presId="urn:microsoft.com/office/officeart/2018/2/layout/IconVerticalSolidList"/>
    <dgm:cxn modelId="{A189D27C-24B0-4453-B0FE-4B228D8270B3}" type="presParOf" srcId="{C7B94BC0-F520-4467-ADBC-AD6201F5220D}" destId="{DC65E73D-7CC2-46E4-A504-1368FE187928}" srcOrd="3" destOrd="0" presId="urn:microsoft.com/office/officeart/2018/2/layout/IconVerticalSolidList"/>
    <dgm:cxn modelId="{F7D20CA9-1B1B-4E56-85C0-8452A039AC3D}" type="presParOf" srcId="{C7B94BC0-F520-4467-ADBC-AD6201F5220D}" destId="{CA0D1864-D38B-4F00-8A63-439E78431E78}" srcOrd="4" destOrd="0" presId="urn:microsoft.com/office/officeart/2018/2/layout/IconVerticalSolidList"/>
    <dgm:cxn modelId="{2FC03200-C86D-4274-8028-189766145B93}" type="presParOf" srcId="{CA0D1864-D38B-4F00-8A63-439E78431E78}" destId="{E004D67E-116F-474C-990B-7C84DC9FC16D}" srcOrd="0" destOrd="0" presId="urn:microsoft.com/office/officeart/2018/2/layout/IconVerticalSolidList"/>
    <dgm:cxn modelId="{4B5C715F-6388-4A4C-9177-075747808232}" type="presParOf" srcId="{CA0D1864-D38B-4F00-8A63-439E78431E78}" destId="{382A817D-8A02-40E3-892B-E68BA8F1E4EC}" srcOrd="1" destOrd="0" presId="urn:microsoft.com/office/officeart/2018/2/layout/IconVerticalSolidList"/>
    <dgm:cxn modelId="{45057072-34D4-4417-BB56-C1BF955F190C}" type="presParOf" srcId="{CA0D1864-D38B-4F00-8A63-439E78431E78}" destId="{B9D95507-2433-4711-BA7C-B5A36EE52D95}" srcOrd="2" destOrd="0" presId="urn:microsoft.com/office/officeart/2018/2/layout/IconVerticalSolidList"/>
    <dgm:cxn modelId="{423D8CF0-39A8-43BA-BB6C-24B5BB594367}" type="presParOf" srcId="{CA0D1864-D38B-4F00-8A63-439E78431E78}" destId="{E1296F30-5E46-4561-87A2-1B6368551BB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55CBA7-8B4A-4FE1-AC6D-3F1B84F7A070}">
      <dsp:nvSpPr>
        <dsp:cNvPr id="0" name=""/>
        <dsp:cNvSpPr/>
      </dsp:nvSpPr>
      <dsp:spPr>
        <a:xfrm>
          <a:off x="0" y="0"/>
          <a:ext cx="8772502" cy="8624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What is Technology Value Stream?</a:t>
          </a:r>
          <a:endParaRPr lang="en-US" sz="2200" kern="1200"/>
        </a:p>
      </dsp:txBody>
      <dsp:txXfrm>
        <a:off x="25260" y="25260"/>
        <a:ext cx="7768982" cy="811923"/>
      </dsp:txXfrm>
    </dsp:sp>
    <dsp:sp modelId="{C6659F34-A399-4F7F-AF8C-7FFD4D34A638}">
      <dsp:nvSpPr>
        <dsp:cNvPr id="0" name=""/>
        <dsp:cNvSpPr/>
      </dsp:nvSpPr>
      <dsp:spPr>
        <a:xfrm>
          <a:off x="734697" y="1019250"/>
          <a:ext cx="8772502" cy="8624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Defining Lead Time vs. Process Time</a:t>
          </a:r>
          <a:endParaRPr lang="en-US" sz="2200" kern="1200"/>
        </a:p>
      </dsp:txBody>
      <dsp:txXfrm>
        <a:off x="759957" y="1044510"/>
        <a:ext cx="7426697" cy="811923"/>
      </dsp:txXfrm>
    </dsp:sp>
    <dsp:sp modelId="{5E7989A2-7DD7-4C02-9543-0B0BF017F6F2}">
      <dsp:nvSpPr>
        <dsp:cNvPr id="0" name=""/>
        <dsp:cNvSpPr/>
      </dsp:nvSpPr>
      <dsp:spPr>
        <a:xfrm>
          <a:off x="1458428" y="2038501"/>
          <a:ext cx="8772502" cy="8624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The Common Scenario: Deployment Lead Times Requiring Months</a:t>
          </a:r>
          <a:endParaRPr lang="en-US" sz="2200" kern="1200"/>
        </a:p>
      </dsp:txBody>
      <dsp:txXfrm>
        <a:off x="1483688" y="2063761"/>
        <a:ext cx="7437662" cy="811923"/>
      </dsp:txXfrm>
    </dsp:sp>
    <dsp:sp modelId="{D3E019D4-68CC-455C-ADEB-290D38D8AFAA}">
      <dsp:nvSpPr>
        <dsp:cNvPr id="0" name=""/>
        <dsp:cNvSpPr/>
      </dsp:nvSpPr>
      <dsp:spPr>
        <a:xfrm>
          <a:off x="2193125" y="3057752"/>
          <a:ext cx="8772502" cy="862443"/>
        </a:xfrm>
        <a:prstGeom prst="roundRect">
          <a:avLst>
            <a:gd name="adj" fmla="val 1000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baseline="0"/>
            <a:t>Our DevOps Ideal: Development Lead Times of Minutes</a:t>
          </a:r>
          <a:endParaRPr lang="en-US" sz="2200" kern="1200"/>
        </a:p>
      </dsp:txBody>
      <dsp:txXfrm>
        <a:off x="2218385" y="3083012"/>
        <a:ext cx="7426697" cy="811923"/>
      </dsp:txXfrm>
    </dsp:sp>
    <dsp:sp modelId="{1A6AA4A8-ECCF-4F79-AD7C-E3A6DBADD8FD}">
      <dsp:nvSpPr>
        <dsp:cNvPr id="0" name=""/>
        <dsp:cNvSpPr/>
      </dsp:nvSpPr>
      <dsp:spPr>
        <a:xfrm>
          <a:off x="8211914" y="660553"/>
          <a:ext cx="560588" cy="560588"/>
        </a:xfrm>
        <a:prstGeom prst="downArrow">
          <a:avLst>
            <a:gd name="adj1" fmla="val 55000"/>
            <a:gd name="adj2" fmla="val 45000"/>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8338046" y="660553"/>
        <a:ext cx="308324" cy="421842"/>
      </dsp:txXfrm>
    </dsp:sp>
    <dsp:sp modelId="{40153CBA-6ED4-445B-A59A-F04F9F70D364}">
      <dsp:nvSpPr>
        <dsp:cNvPr id="0" name=""/>
        <dsp:cNvSpPr/>
      </dsp:nvSpPr>
      <dsp:spPr>
        <a:xfrm>
          <a:off x="8946611" y="1679803"/>
          <a:ext cx="560588" cy="560588"/>
        </a:xfrm>
        <a:prstGeom prst="downArrow">
          <a:avLst>
            <a:gd name="adj1" fmla="val 55000"/>
            <a:gd name="adj2" fmla="val 45000"/>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9072743" y="1679803"/>
        <a:ext cx="308324" cy="421842"/>
      </dsp:txXfrm>
    </dsp:sp>
    <dsp:sp modelId="{FDBBD900-BB53-48E1-9791-034224100A79}">
      <dsp:nvSpPr>
        <dsp:cNvPr id="0" name=""/>
        <dsp:cNvSpPr/>
      </dsp:nvSpPr>
      <dsp:spPr>
        <a:xfrm>
          <a:off x="9670342" y="2699054"/>
          <a:ext cx="560588" cy="560588"/>
        </a:xfrm>
        <a:prstGeom prst="downArrow">
          <a:avLst>
            <a:gd name="adj1" fmla="val 55000"/>
            <a:gd name="adj2" fmla="val 45000"/>
          </a:avLst>
        </a:prstGeom>
        <a:solidFill>
          <a:schemeClr val="accent2">
            <a:alpha val="90000"/>
            <a:tint val="40000"/>
            <a:hueOff val="0"/>
            <a:satOff val="0"/>
            <a:lumOff val="0"/>
            <a:alphaOff val="0"/>
          </a:schemeClr>
        </a:solidFill>
        <a:ln w="19050" cap="flat" cmpd="sng" algn="ctr">
          <a:solidFill>
            <a:schemeClr val="accent2">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0" tIns="31750" rIns="31750" bIns="31750" numCol="1" spcCol="1270" anchor="ctr" anchorCtr="0">
          <a:noAutofit/>
        </a:bodyPr>
        <a:lstStyle/>
        <a:p>
          <a:pPr marL="0" lvl="0" indent="0" algn="ctr" defTabSz="1111250">
            <a:lnSpc>
              <a:spcPct val="90000"/>
            </a:lnSpc>
            <a:spcBef>
              <a:spcPct val="0"/>
            </a:spcBef>
            <a:spcAft>
              <a:spcPct val="35000"/>
            </a:spcAft>
            <a:buNone/>
          </a:pPr>
          <a:endParaRPr lang="en-US" sz="2500" kern="1200"/>
        </a:p>
      </dsp:txBody>
      <dsp:txXfrm>
        <a:off x="9796474" y="2699054"/>
        <a:ext cx="308324" cy="42184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39854F-04A7-45B0-BE8A-1D99D659FD5C}">
      <dsp:nvSpPr>
        <dsp:cNvPr id="0" name=""/>
        <dsp:cNvSpPr/>
      </dsp:nvSpPr>
      <dsp:spPr>
        <a:xfrm>
          <a:off x="0" y="478"/>
          <a:ext cx="10965627" cy="11197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AA4B09-930A-4D5C-970F-8ECC880F777F}">
      <dsp:nvSpPr>
        <dsp:cNvPr id="0" name=""/>
        <dsp:cNvSpPr/>
      </dsp:nvSpPr>
      <dsp:spPr>
        <a:xfrm>
          <a:off x="338734" y="252429"/>
          <a:ext cx="615880" cy="615880"/>
        </a:xfrm>
        <a:prstGeom prst="rect">
          <a:avLst/>
        </a:prstGeom>
        <a:blipFill>
          <a:blip xmlns:r="http://schemas.openxmlformats.org/officeDocument/2006/relationships" r:embed="rId1">
            <a:extLst>
              <a:ext uri="{96DAC541-7B7A-43D3-8B79-37D633B846F1}">
                <asvg:svgBlip xmlns:asvg="http://schemas.microsoft.com/office/drawing/2016/SVG/main" r:embed="rId2"/>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A7F8359-9A96-4832-970C-A89C46C3DF5F}">
      <dsp:nvSpPr>
        <dsp:cNvPr id="0" name=""/>
        <dsp:cNvSpPr/>
      </dsp:nvSpPr>
      <dsp:spPr>
        <a:xfrm>
          <a:off x="1293348" y="478"/>
          <a:ext cx="9672279" cy="1119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510" tIns="118510" rIns="118510" bIns="118510" numCol="1" spcCol="1270" anchor="ctr" anchorCtr="0">
          <a:noAutofit/>
        </a:bodyPr>
        <a:lstStyle/>
        <a:p>
          <a:pPr marL="0" lvl="0" indent="0" algn="l" defTabSz="933450">
            <a:lnSpc>
              <a:spcPct val="90000"/>
            </a:lnSpc>
            <a:spcBef>
              <a:spcPct val="0"/>
            </a:spcBef>
            <a:spcAft>
              <a:spcPct val="35000"/>
            </a:spcAft>
            <a:buNone/>
          </a:pPr>
          <a:r>
            <a:rPr lang="en-US" sz="2100" kern="1200"/>
            <a:t>Beal, H. (2022, February 3). </a:t>
          </a:r>
          <a:r>
            <a:rPr lang="en-US" sz="2100" i="1" kern="1200"/>
            <a:t>What is a value stream?</a:t>
          </a:r>
          <a:r>
            <a:rPr lang="en-US" sz="2100" kern="1200"/>
            <a:t> Medium. </a:t>
          </a:r>
          <a:r>
            <a:rPr lang="en-US" sz="2100" kern="1200">
              <a:hlinkClick xmlns:r="http://schemas.openxmlformats.org/officeDocument/2006/relationships" r:id="rId3"/>
            </a:rPr>
            <a:t>https://medium.com/flowtopia/what-is-a-value-stream-6dd64e5bef3c</a:t>
          </a:r>
          <a:endParaRPr lang="en-US" sz="2100" kern="1200"/>
        </a:p>
      </dsp:txBody>
      <dsp:txXfrm>
        <a:off x="1293348" y="478"/>
        <a:ext cx="9672279" cy="1119782"/>
      </dsp:txXfrm>
    </dsp:sp>
    <dsp:sp modelId="{9809FB36-CABA-4B13-B77E-43013C437119}">
      <dsp:nvSpPr>
        <dsp:cNvPr id="0" name=""/>
        <dsp:cNvSpPr/>
      </dsp:nvSpPr>
      <dsp:spPr>
        <a:xfrm>
          <a:off x="0" y="1400206"/>
          <a:ext cx="10965627" cy="11197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F21DA1B-9481-4BDD-9FE2-A876DF289F53}">
      <dsp:nvSpPr>
        <dsp:cNvPr id="0" name=""/>
        <dsp:cNvSpPr/>
      </dsp:nvSpPr>
      <dsp:spPr>
        <a:xfrm>
          <a:off x="338734" y="1652157"/>
          <a:ext cx="615880" cy="615880"/>
        </a:xfrm>
        <a:prstGeom prst="rect">
          <a:avLst/>
        </a:prstGeom>
        <a:blipFill>
          <a:blip xmlns:r="http://schemas.openxmlformats.org/officeDocument/2006/relationships" r:embed="rId4">
            <a:extLst>
              <a:ext uri="{96DAC541-7B7A-43D3-8B79-37D633B846F1}">
                <asvg:svgBlip xmlns:asvg="http://schemas.microsoft.com/office/drawing/2016/SVG/main" r:embed="rId5"/>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FFC4F6E-FBAA-4D39-8C2A-FAA925EAAEDB}">
      <dsp:nvSpPr>
        <dsp:cNvPr id="0" name=""/>
        <dsp:cNvSpPr/>
      </dsp:nvSpPr>
      <dsp:spPr>
        <a:xfrm>
          <a:off x="1293348" y="1400206"/>
          <a:ext cx="9672279" cy="1119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510" tIns="118510" rIns="118510" bIns="118510" numCol="1" spcCol="1270" anchor="ctr" anchorCtr="0">
          <a:noAutofit/>
        </a:bodyPr>
        <a:lstStyle/>
        <a:p>
          <a:pPr marL="0" lvl="0" indent="0" algn="l" defTabSz="933450">
            <a:lnSpc>
              <a:spcPct val="90000"/>
            </a:lnSpc>
            <a:spcBef>
              <a:spcPct val="0"/>
            </a:spcBef>
            <a:spcAft>
              <a:spcPct val="35000"/>
            </a:spcAft>
            <a:buNone/>
          </a:pPr>
          <a:r>
            <a:rPr lang="en-US" sz="2100" kern="1200"/>
            <a:t>Entigo. (n.d.). </a:t>
          </a:r>
          <a:r>
            <a:rPr lang="en-US" sz="2100" i="1" kern="1200"/>
            <a:t>How to reduce lead time in software development with DevOps and value stream management</a:t>
          </a:r>
          <a:r>
            <a:rPr lang="en-US" sz="2100" kern="1200"/>
            <a:t>. </a:t>
          </a:r>
          <a:r>
            <a:rPr lang="en-US" sz="2100" kern="1200">
              <a:hlinkClick xmlns:r="http://schemas.openxmlformats.org/officeDocument/2006/relationships" r:id="rId6"/>
            </a:rPr>
            <a:t>https://www.entigo.com/blog/how-to-reduce-lead-time-in-software-development-with-devops-and-value-stream-management</a:t>
          </a:r>
          <a:endParaRPr lang="en-US" sz="2100" kern="1200"/>
        </a:p>
      </dsp:txBody>
      <dsp:txXfrm>
        <a:off x="1293348" y="1400206"/>
        <a:ext cx="9672279" cy="1119782"/>
      </dsp:txXfrm>
    </dsp:sp>
    <dsp:sp modelId="{E004D67E-116F-474C-990B-7C84DC9FC16D}">
      <dsp:nvSpPr>
        <dsp:cNvPr id="0" name=""/>
        <dsp:cNvSpPr/>
      </dsp:nvSpPr>
      <dsp:spPr>
        <a:xfrm>
          <a:off x="0" y="2799934"/>
          <a:ext cx="10965627" cy="111978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2A817D-8A02-40E3-892B-E68BA8F1E4EC}">
      <dsp:nvSpPr>
        <dsp:cNvPr id="0" name=""/>
        <dsp:cNvSpPr/>
      </dsp:nvSpPr>
      <dsp:spPr>
        <a:xfrm>
          <a:off x="338734" y="3051885"/>
          <a:ext cx="615880" cy="615880"/>
        </a:xfrm>
        <a:prstGeom prst="rect">
          <a:avLst/>
        </a:prstGeom>
        <a:blipFill>
          <a:blip xmlns:r="http://schemas.openxmlformats.org/officeDocument/2006/relationships" r:embed="rId7">
            <a:extLst>
              <a:ext uri="{96DAC541-7B7A-43D3-8B79-37D633B846F1}">
                <asvg:svgBlip xmlns:asvg="http://schemas.microsoft.com/office/drawing/2016/SVG/main" r:embed="rId8"/>
              </a:ext>
            </a:extLst>
          </a:blip>
          <a:srcRect/>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296F30-5E46-4561-87A2-1B6368551BB3}">
      <dsp:nvSpPr>
        <dsp:cNvPr id="0" name=""/>
        <dsp:cNvSpPr/>
      </dsp:nvSpPr>
      <dsp:spPr>
        <a:xfrm>
          <a:off x="1293348" y="2799934"/>
          <a:ext cx="9672279" cy="11197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510" tIns="118510" rIns="118510" bIns="118510" numCol="1" spcCol="1270" anchor="ctr" anchorCtr="0">
          <a:noAutofit/>
        </a:bodyPr>
        <a:lstStyle/>
        <a:p>
          <a:pPr marL="0" lvl="0" indent="0" algn="l" defTabSz="933450">
            <a:lnSpc>
              <a:spcPct val="90000"/>
            </a:lnSpc>
            <a:spcBef>
              <a:spcPct val="0"/>
            </a:spcBef>
            <a:spcAft>
              <a:spcPct val="35000"/>
            </a:spcAft>
            <a:buNone/>
          </a:pPr>
          <a:r>
            <a:rPr lang="en-US" sz="2100" kern="1200"/>
            <a:t>Kim, G., Humble, J., Debois, P., Willis, J., &amp; Allspaw, J. (2016). </a:t>
          </a:r>
          <a:r>
            <a:rPr lang="en-US" sz="2100" i="1" kern="1200"/>
            <a:t>The DevOps Handbook: How to Create World-Class Agility, Reliability, &amp; Security in Technology Organizations</a:t>
          </a:r>
          <a:r>
            <a:rPr lang="en-US" sz="2100" kern="1200"/>
            <a:t> (2nd ed.). IT Revolution Press.</a:t>
          </a:r>
        </a:p>
      </dsp:txBody>
      <dsp:txXfrm>
        <a:off x="1293348" y="2799934"/>
        <a:ext cx="9672279" cy="1119782"/>
      </dsp:txXfrm>
    </dsp:sp>
  </dsp:spTree>
</dsp:drawing>
</file>

<file path=ppt/diagrams/layout1.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3976AB79-C677-3DB7-78CF-9305D586148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113AB137-CEA6-0244-F12B-1ECC21172D0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DC994AA-C437-4EF4-8BEF-0B832D7FA420}" type="datetimeFigureOut">
              <a:rPr lang="en-US" smtClean="0"/>
              <a:t>1/13/2026</a:t>
            </a:fld>
            <a:endParaRPr lang="en-US"/>
          </a:p>
        </p:txBody>
      </p:sp>
      <p:sp>
        <p:nvSpPr>
          <p:cNvPr id="4" name="Footer Placeholder 3">
            <a:extLst>
              <a:ext uri="{FF2B5EF4-FFF2-40B4-BE49-F238E27FC236}">
                <a16:creationId xmlns:a16="http://schemas.microsoft.com/office/drawing/2014/main" id="{0868EC96-C6CC-F2AF-D90F-143F4D20A07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4F8EC8D-EF88-0275-F75C-A789924433B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F757874-EF65-4B61-B062-40C932C81294}" type="slidenum">
              <a:rPr lang="en-US" smtClean="0"/>
              <a:t>‹#›</a:t>
            </a:fld>
            <a:endParaRPr lang="en-US"/>
          </a:p>
        </p:txBody>
      </p:sp>
    </p:spTree>
    <p:extLst>
      <p:ext uri="{BB962C8B-B14F-4D97-AF65-F5344CB8AC3E}">
        <p14:creationId xmlns:p14="http://schemas.microsoft.com/office/powerpoint/2010/main" val="34720278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4FE048-FAD0-D943-9A17-3C4CB7633182}" type="datetimeFigureOut">
              <a:rPr lang="en-US" smtClean="0"/>
              <a:t>1/13/2026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247812-3409-784D-BAE7-ABE53735D59F}" type="slidenum">
              <a:rPr lang="en-US" smtClean="0"/>
              <a:t>‹#›</a:t>
            </a:fld>
            <a:endParaRPr lang="en-US"/>
          </a:p>
        </p:txBody>
      </p:sp>
    </p:spTree>
    <p:extLst>
      <p:ext uri="{BB962C8B-B14F-4D97-AF65-F5344CB8AC3E}">
        <p14:creationId xmlns:p14="http://schemas.microsoft.com/office/powerpoint/2010/main" val="10150300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23A35-1FA6-84F9-C9C9-8EFD760A50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7CDB01-A300-500A-E9FF-5021D5B216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B90371-6E13-9BA6-3274-E7DFC0AA832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5DD689E-823E-FB48-22C9-BEE63C553E8C}"/>
              </a:ext>
            </a:extLst>
          </p:cNvPr>
          <p:cNvSpPr>
            <a:spLocks noGrp="1"/>
          </p:cNvSpPr>
          <p:nvPr>
            <p:ph type="sldNum" sz="quarter" idx="5"/>
          </p:nvPr>
        </p:nvSpPr>
        <p:spPr/>
        <p:txBody>
          <a:bodyPr/>
          <a:lstStyle/>
          <a:p>
            <a:fld id="{55247812-3409-784D-BAE7-ABE53735D59F}" type="slidenum">
              <a:rPr lang="en-US" smtClean="0"/>
              <a:t>2</a:t>
            </a:fld>
            <a:endParaRPr lang="en-US"/>
          </a:p>
        </p:txBody>
      </p:sp>
    </p:spTree>
    <p:extLst>
      <p:ext uri="{BB962C8B-B14F-4D97-AF65-F5344CB8AC3E}">
        <p14:creationId xmlns:p14="http://schemas.microsoft.com/office/powerpoint/2010/main" val="221729404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5247812-3409-784D-BAE7-ABE53735D59F}" type="slidenum">
              <a:rPr lang="en-US" smtClean="0"/>
              <a:t>4</a:t>
            </a:fld>
            <a:endParaRPr lang="en-US"/>
          </a:p>
        </p:txBody>
      </p:sp>
    </p:spTree>
    <p:extLst>
      <p:ext uri="{BB962C8B-B14F-4D97-AF65-F5344CB8AC3E}">
        <p14:creationId xmlns:p14="http://schemas.microsoft.com/office/powerpoint/2010/main" val="838339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7A7F58C7-D277-8F14-F024-4B41D20D054F}"/>
              </a:ext>
            </a:extLst>
          </p:cNvPr>
          <p:cNvSpPr>
            <a:spLocks noGrp="1"/>
          </p:cNvSpPr>
          <p:nvPr>
            <p:ph type="pic" sz="quarter" idx="10"/>
          </p:nvPr>
        </p:nvSpPr>
        <p:spPr>
          <a:xfrm>
            <a:off x="0" y="0"/>
            <a:ext cx="12192000" cy="6858000"/>
          </a:xfrm>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6" name="Title 1">
            <a:extLst>
              <a:ext uri="{FF2B5EF4-FFF2-40B4-BE49-F238E27FC236}">
                <a16:creationId xmlns:a16="http://schemas.microsoft.com/office/drawing/2014/main" id="{2E8C189B-2E00-67DA-E342-3440F5EBB4CE}"/>
              </a:ext>
            </a:extLst>
          </p:cNvPr>
          <p:cNvSpPr>
            <a:spLocks noGrp="1"/>
          </p:cNvSpPr>
          <p:nvPr>
            <p:ph type="ctrTitle" hasCustomPrompt="1"/>
          </p:nvPr>
        </p:nvSpPr>
        <p:spPr>
          <a:xfrm>
            <a:off x="1524000" y="2286000"/>
            <a:ext cx="9144000" cy="2286000"/>
          </a:xfrm>
        </p:spPr>
        <p:txBody>
          <a:bodyPr anchor="ctr" anchorCtr="0">
            <a:noAutofit/>
          </a:bodyPr>
          <a:lstStyle>
            <a:lvl1pPr algn="ctr">
              <a:defRPr sz="4800">
                <a:solidFill>
                  <a:schemeClr val="bg1"/>
                </a:solidFill>
              </a:defRPr>
            </a:lvl1pPr>
          </a:lstStyle>
          <a:p>
            <a:r>
              <a:rPr lang="en-US" dirty="0"/>
              <a:t>Click to add title</a:t>
            </a:r>
          </a:p>
        </p:txBody>
      </p:sp>
    </p:spTree>
    <p:extLst>
      <p:ext uri="{BB962C8B-B14F-4D97-AF65-F5344CB8AC3E}">
        <p14:creationId xmlns:p14="http://schemas.microsoft.com/office/powerpoint/2010/main" val="34246750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6562816" y="457200"/>
            <a:ext cx="4837176" cy="1993392"/>
          </a:xfrm>
        </p:spPr>
        <p:txBody>
          <a:bodyPr anchor="b">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6B8CBAD6-FC79-B2BB-0B67-26429A6D4C8C}"/>
              </a:ext>
            </a:extLst>
          </p:cNvPr>
          <p:cNvSpPr>
            <a:spLocks noGrp="1"/>
          </p:cNvSpPr>
          <p:nvPr>
            <p:ph type="pic" sz="quarter" idx="10"/>
          </p:nvPr>
        </p:nvSpPr>
        <p:spPr>
          <a:xfrm>
            <a:off x="-28882" y="0"/>
            <a:ext cx="6115050" cy="6858000"/>
          </a:xfrm>
          <a:prstGeom prst="parallelogram">
            <a:avLst/>
          </a:prstGeom>
          <a:ln>
            <a:noFill/>
          </a:ln>
        </p:spPr>
        <p:txBody>
          <a:bodyPr tIns="0">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6562818" y="2752344"/>
            <a:ext cx="4837174" cy="3136392"/>
          </a:xfrm>
        </p:spPr>
        <p:txBody>
          <a:bodyPr anchor="t" anchorCtr="0">
            <a:normAutofit/>
          </a:bodyPr>
          <a:lstStyle>
            <a:lvl1pPr marL="0" indent="0">
              <a:lnSpc>
                <a:spcPct val="150000"/>
              </a:lnSpc>
              <a:spcBef>
                <a:spcPts val="1000"/>
              </a:spcBef>
              <a:buNone/>
              <a:defRPr sz="1800" cap="all" spc="300" baseline="0"/>
            </a:lvl1pPr>
            <a:lvl2pPr marL="457200" indent="0">
              <a:lnSpc>
                <a:spcPct val="150000"/>
              </a:lnSpc>
              <a:spcBef>
                <a:spcPts val="1000"/>
              </a:spcBef>
              <a:buNone/>
              <a:defRPr sz="1800" cap="all" spc="300" baseline="0"/>
            </a:lvl2pPr>
            <a:lvl3pPr marL="914400" indent="0">
              <a:lnSpc>
                <a:spcPct val="150000"/>
              </a:lnSpc>
              <a:spcBef>
                <a:spcPts val="1000"/>
              </a:spcBef>
              <a:buNone/>
              <a:defRPr sz="1800" cap="all" spc="300" baseline="0"/>
            </a:lvl3pPr>
            <a:lvl4pPr marL="1371600" indent="0">
              <a:lnSpc>
                <a:spcPct val="150000"/>
              </a:lnSpc>
              <a:spcBef>
                <a:spcPts val="1000"/>
              </a:spcBef>
              <a:buNone/>
              <a:defRPr sz="1800" cap="all" spc="300" baseline="0"/>
            </a:lvl4pPr>
            <a:lvl5pPr marL="1828800" indent="0">
              <a:lnSpc>
                <a:spcPct val="150000"/>
              </a:lnSpc>
              <a:spcBef>
                <a:spcPts val="1000"/>
              </a:spcBef>
              <a:buNone/>
              <a:defRPr sz="1800" cap="all" spc="300" baseline="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Rectangle 10">
            <a:extLst>
              <a:ext uri="{FF2B5EF4-FFF2-40B4-BE49-F238E27FC236}">
                <a16:creationId xmlns:a16="http://schemas.microsoft.com/office/drawing/2014/main" id="{934796A3-781D-5244-DAB8-2D6EE0AC3B70}"/>
              </a:ext>
              <a:ext uri="{C183D7F6-B498-43B3-948B-1728B52AA6E4}">
                <adec:decorative xmlns:adec="http://schemas.microsoft.com/office/drawing/2017/decorative" val="1"/>
              </a:ext>
            </a:extLst>
          </p:cNvPr>
          <p:cNvSpPr/>
          <p:nvPr userDrawn="1"/>
        </p:nvSpPr>
        <p:spPr>
          <a:xfrm>
            <a:off x="6562817" y="6303963"/>
            <a:ext cx="3014980"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9143880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p:nvPr>
        </p:nvSpPr>
        <p:spPr>
          <a:xfrm>
            <a:off x="1117600" y="762000"/>
            <a:ext cx="5066250" cy="2900680"/>
          </a:xfrm>
        </p:spPr>
        <p:txBody>
          <a:bodyPr anchor="b">
            <a:noAutofit/>
          </a:bodyPr>
          <a:lstStyle>
            <a:lvl1pPr algn="ctr">
              <a:defRPr sz="3200"/>
            </a:lvl1pPr>
          </a:lstStyle>
          <a:p>
            <a:r>
              <a:rPr lang="en-US"/>
              <a:t>Click to edit Master title style</a:t>
            </a:r>
            <a:endParaRPr lang="en-US" dirty="0"/>
          </a:p>
        </p:txBody>
      </p:sp>
      <p:sp>
        <p:nvSpPr>
          <p:cNvPr id="12" name="Picture Placeholder 11">
            <a:extLst>
              <a:ext uri="{FF2B5EF4-FFF2-40B4-BE49-F238E27FC236}">
                <a16:creationId xmlns:a16="http://schemas.microsoft.com/office/drawing/2014/main" id="{82836803-D9E6-3DF1-3B90-1E7E677CC7B7}"/>
              </a:ext>
            </a:extLst>
          </p:cNvPr>
          <p:cNvSpPr>
            <a:spLocks noGrp="1"/>
          </p:cNvSpPr>
          <p:nvPr>
            <p:ph type="pic" sz="quarter" idx="10" hasCustomPrompt="1"/>
          </p:nvPr>
        </p:nvSpPr>
        <p:spPr>
          <a:xfrm flipH="1">
            <a:off x="6086167" y="-22225"/>
            <a:ext cx="6080760" cy="6902450"/>
          </a:xfrm>
          <a:prstGeom prst="parallelogram">
            <a:avLst/>
          </a:prstGeom>
          <a:ln>
            <a:noFill/>
          </a:ln>
        </p:spPr>
        <p:txBody>
          <a:bodyPr lIns="0" tIns="0">
            <a:normAutofit/>
          </a:bodyPr>
          <a:lstStyle>
            <a:lvl1pPr marL="0" indent="0" algn="l">
              <a:buNone/>
              <a:defRPr sz="2000"/>
            </a:lvl1pPr>
          </a:lstStyle>
          <a:p>
            <a:r>
              <a:rPr lang="en-US" dirty="0"/>
              <a:t>Click icon to add image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117600" y="4145280"/>
            <a:ext cx="5066250" cy="690880"/>
          </a:xfrm>
          <a:gradFill flip="none" rotWithShape="1">
            <a:gsLst>
              <a:gs pos="0">
                <a:schemeClr val="accent5"/>
              </a:gs>
              <a:gs pos="100000">
                <a:schemeClr val="accent2">
                  <a:lumMod val="97000"/>
                  <a:lumOff val="3000"/>
                </a:schemeClr>
              </a:gs>
              <a:gs pos="50000">
                <a:schemeClr val="accent1"/>
              </a:gs>
            </a:gsLst>
            <a:lin ang="10200000" scaled="0"/>
            <a:tileRect/>
          </a:gradFill>
        </p:spPr>
        <p:txBody>
          <a:bodyPr anchor="ctr">
            <a:normAutofit/>
          </a:bodyPr>
          <a:lstStyle>
            <a:lvl1pPr marL="0" indent="0" algn="ctr">
              <a:buNone/>
              <a:defRPr sz="2400" cap="all" baseline="0">
                <a:solidFill>
                  <a:schemeClr val="bg1"/>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924186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242425" y="466344"/>
            <a:ext cx="6241651" cy="1710354"/>
          </a:xfrm>
        </p:spPr>
        <p:txBody>
          <a:bodyPr bIns="0" anchor="ctr" anchorCtr="0">
            <a:noAutofit/>
          </a:bodyPr>
          <a:lstStyle>
            <a:lvl1pPr>
              <a:defRPr sz="3200"/>
            </a:lvl1pPr>
          </a:lstStyle>
          <a:p>
            <a:r>
              <a:rPr lang="en-US" dirty="0"/>
              <a:t>Click to add title</a:t>
            </a:r>
          </a:p>
        </p:txBody>
      </p:sp>
      <p:sp>
        <p:nvSpPr>
          <p:cNvPr id="10" name="Picture Placeholder 9">
            <a:extLst>
              <a:ext uri="{FF2B5EF4-FFF2-40B4-BE49-F238E27FC236}">
                <a16:creationId xmlns:a16="http://schemas.microsoft.com/office/drawing/2014/main" id="{511A5385-FB23-93A8-2B8F-9887244244DF}"/>
              </a:ext>
            </a:extLst>
          </p:cNvPr>
          <p:cNvSpPr>
            <a:spLocks noGrp="1"/>
          </p:cNvSpPr>
          <p:nvPr>
            <p:ph type="pic" sz="quarter" idx="10"/>
          </p:nvPr>
        </p:nvSpPr>
        <p:spPr>
          <a:xfrm>
            <a:off x="0" y="0"/>
            <a:ext cx="4287838" cy="6858000"/>
          </a:xfrm>
        </p:spPr>
        <p:txBody>
          <a:bodyPr>
            <a:normAutofit/>
          </a:bodyPr>
          <a:lstStyle>
            <a:lvl1pPr marL="0" indent="0" algn="ctr">
              <a:buNone/>
              <a:defRPr sz="2000"/>
            </a:lvl1pPr>
          </a:lstStyle>
          <a:p>
            <a:r>
              <a:rPr lang="en-US"/>
              <a:t>Click icon to add picture</a:t>
            </a:r>
            <a:endParaRPr lang="en-US" dirty="0"/>
          </a:p>
        </p:txBody>
      </p:sp>
      <p:sp>
        <p:nvSpPr>
          <p:cNvPr id="3" name="Content Placeholder 2">
            <a:extLst>
              <a:ext uri="{FF2B5EF4-FFF2-40B4-BE49-F238E27FC236}">
                <a16:creationId xmlns:a16="http://schemas.microsoft.com/office/drawing/2014/main" id="{A772710C-A212-1B12-06CD-FA2A14F89D68}"/>
              </a:ext>
            </a:extLst>
          </p:cNvPr>
          <p:cNvSpPr>
            <a:spLocks noGrp="1"/>
          </p:cNvSpPr>
          <p:nvPr>
            <p:ph idx="1" hasCustomPrompt="1"/>
          </p:nvPr>
        </p:nvSpPr>
        <p:spPr>
          <a:xfrm>
            <a:off x="5242426" y="2286000"/>
            <a:ext cx="6241650" cy="3474720"/>
          </a:xfrm>
        </p:spPr>
        <p:txBody>
          <a:bodyPr>
            <a:normAutofit/>
          </a:bodyPr>
          <a:lstStyle>
            <a:lvl1pPr marL="228600" indent="-228600">
              <a:spcBef>
                <a:spcPts val="1000"/>
              </a:spcBef>
              <a:spcAft>
                <a:spcPts val="1000"/>
              </a:spcAft>
              <a:buClr>
                <a:schemeClr val="accent2"/>
              </a:buClr>
              <a:buFont typeface="Wingdings" panose="05000000000000000000" pitchFamily="2" charset="2"/>
              <a:buChar char="§"/>
              <a:defRPr sz="1800"/>
            </a:lvl1pPr>
            <a:lvl2pPr marL="228600" indent="-228600">
              <a:spcBef>
                <a:spcPts val="1000"/>
              </a:spcBef>
              <a:spcAft>
                <a:spcPts val="1000"/>
              </a:spcAft>
              <a:buClr>
                <a:schemeClr val="accent2"/>
              </a:buClr>
              <a:buFont typeface="Wingdings" panose="05000000000000000000" pitchFamily="2" charset="2"/>
              <a:buChar char="§"/>
              <a:defRPr sz="1800"/>
            </a:lvl2pPr>
            <a:lvl3pPr marL="228600" indent="-228600">
              <a:spcBef>
                <a:spcPts val="1000"/>
              </a:spcBef>
              <a:spcAft>
                <a:spcPts val="1000"/>
              </a:spcAft>
              <a:buClr>
                <a:schemeClr val="accent2"/>
              </a:buClr>
              <a:buFont typeface="Wingdings" panose="05000000000000000000" pitchFamily="2" charset="2"/>
              <a:buChar char="§"/>
              <a:defRPr sz="1800"/>
            </a:lvl3pPr>
            <a:lvl4pPr marL="228600" indent="-228600">
              <a:spcBef>
                <a:spcPts val="1000"/>
              </a:spcBef>
              <a:spcAft>
                <a:spcPts val="1000"/>
              </a:spcAft>
              <a:buClr>
                <a:schemeClr val="accent2"/>
              </a:buClr>
              <a:buFont typeface="Wingdings" panose="05000000000000000000" pitchFamily="2" charset="2"/>
              <a:buChar char="§"/>
              <a:defRPr sz="1800"/>
            </a:lvl4pPr>
            <a:lvl5pPr marL="228600" indent="-228600">
              <a:spcBef>
                <a:spcPts val="1000"/>
              </a:spcBef>
              <a:spcAft>
                <a:spcPts val="1000"/>
              </a:spcAft>
              <a:buClr>
                <a:schemeClr val="accent2"/>
              </a:buClr>
              <a:buFont typeface="Wingdings" panose="05000000000000000000" pitchFamily="2" charset="2"/>
              <a:buChar char="§"/>
              <a:defRPr sz="1800"/>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Rectangle 7">
            <a:extLst>
              <a:ext uri="{FF2B5EF4-FFF2-40B4-BE49-F238E27FC236}">
                <a16:creationId xmlns:a16="http://schemas.microsoft.com/office/drawing/2014/main" id="{50E25A87-9155-9E07-878F-CEC0B137C2D7}"/>
              </a:ext>
              <a:ext uri="{C183D7F6-B498-43B3-948B-1728B52AA6E4}">
                <adec:decorative xmlns:adec="http://schemas.microsoft.com/office/drawing/2017/decorative" val="1"/>
              </a:ext>
            </a:extLst>
          </p:cNvPr>
          <p:cNvSpPr/>
          <p:nvPr userDrawn="1"/>
        </p:nvSpPr>
        <p:spPr>
          <a:xfrm>
            <a:off x="5291586"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587894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1524000" y="1143000"/>
            <a:ext cx="9144000" cy="2286000"/>
          </a:xfrm>
        </p:spPr>
        <p:txBody>
          <a:bodyPr anchor="b">
            <a:noAutofit/>
          </a:bodyPr>
          <a:lstStyle>
            <a:lvl1pPr algn="ctr">
              <a:defRPr sz="48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1524000" y="3835198"/>
            <a:ext cx="9144000" cy="683219"/>
          </a:xfrm>
          <a:gradFill>
            <a:gsLst>
              <a:gs pos="0">
                <a:schemeClr val="accent5"/>
              </a:gs>
              <a:gs pos="100000">
                <a:schemeClr val="accent2">
                  <a:lumMod val="97000"/>
                  <a:lumOff val="3000"/>
                </a:schemeClr>
              </a:gs>
              <a:gs pos="50000">
                <a:schemeClr val="accent1"/>
              </a:gs>
            </a:gsLst>
            <a:path path="circle">
              <a:fillToRect l="100000" t="100000"/>
            </a:path>
          </a:gradFill>
        </p:spPr>
        <p:txBody>
          <a:bodyPr anchor="ctr">
            <a:normAutofit/>
          </a:bodyPr>
          <a:lstStyle>
            <a:lvl1pPr marL="0" indent="0" algn="ctr">
              <a:buNone/>
              <a:defRPr sz="2400" cap="all" spc="300"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lvl="0"/>
            <a:r>
              <a:rPr lang="en-US" dirty="0"/>
              <a:t>Click to add subtitle</a:t>
            </a:r>
          </a:p>
        </p:txBody>
      </p:sp>
    </p:spTree>
    <p:extLst>
      <p:ext uri="{BB962C8B-B14F-4D97-AF65-F5344CB8AC3E}">
        <p14:creationId xmlns:p14="http://schemas.microsoft.com/office/powerpoint/2010/main" val="15637277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29577E27-B60E-C6DD-BAAF-5CCC3D59E5D5}"/>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9" name="Content Placeholder 10">
            <a:extLst>
              <a:ext uri="{FF2B5EF4-FFF2-40B4-BE49-F238E27FC236}">
                <a16:creationId xmlns:a16="http://schemas.microsoft.com/office/drawing/2014/main" id="{964CA031-27E0-D0AA-1451-A904CCF234FE}"/>
              </a:ext>
            </a:extLst>
          </p:cNvPr>
          <p:cNvSpPr>
            <a:spLocks noGrp="1"/>
          </p:cNvSpPr>
          <p:nvPr>
            <p:ph sz="quarter" idx="13" hasCustomPrompt="1"/>
          </p:nvPr>
        </p:nvSpPr>
        <p:spPr>
          <a:xfrm>
            <a:off x="838199" y="2024781"/>
            <a:ext cx="5212079"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Content Placeholder 10">
            <a:extLst>
              <a:ext uri="{FF2B5EF4-FFF2-40B4-BE49-F238E27FC236}">
                <a16:creationId xmlns:a16="http://schemas.microsoft.com/office/drawing/2014/main" id="{81FE0D7D-86B7-CCD2-A7A1-70E95846B542}"/>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5052907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880"/>
          </a:xfrm>
        </p:spPr>
        <p:txBody>
          <a:bodyPr anchor="ctr" anchorCtr="0">
            <a:noAutofit/>
          </a:bodyPr>
          <a:lstStyle>
            <a:lvl1pPr algn="ctr">
              <a:defRPr sz="3200"/>
            </a:lvl1pPr>
          </a:lstStyle>
          <a:p>
            <a:r>
              <a:rPr lang="en-US" dirty="0"/>
              <a:t>Click to add title</a:t>
            </a:r>
          </a:p>
        </p:txBody>
      </p:sp>
      <p:sp>
        <p:nvSpPr>
          <p:cNvPr id="11" name="Content Placeholder 10">
            <a:extLst>
              <a:ext uri="{FF2B5EF4-FFF2-40B4-BE49-F238E27FC236}">
                <a16:creationId xmlns:a16="http://schemas.microsoft.com/office/drawing/2014/main" id="{2D2DE411-9D7C-15AE-0B59-F26B2BF8C522}"/>
              </a:ext>
            </a:extLst>
          </p:cNvPr>
          <p:cNvSpPr>
            <a:spLocks noGrp="1"/>
          </p:cNvSpPr>
          <p:nvPr>
            <p:ph sz="quarter" idx="13" hasCustomPrompt="1"/>
          </p:nvPr>
        </p:nvSpPr>
        <p:spPr>
          <a:xfrm>
            <a:off x="838200" y="2024781"/>
            <a:ext cx="2878394" cy="4137189"/>
          </a:xfrm>
        </p:spPr>
        <p:txBody>
          <a:bodyPr>
            <a:normAutofit/>
          </a:bodyPr>
          <a:lstStyle>
            <a:lvl1pPr marL="342900" indent="-342900">
              <a:spcBef>
                <a:spcPts val="1000"/>
              </a:spcBef>
              <a:spcAft>
                <a:spcPts val="1000"/>
              </a:spcAft>
              <a:buClr>
                <a:schemeClr val="accent2"/>
              </a:buClr>
              <a:buFont typeface="+mj-lt"/>
              <a:buAutoNum type="arabicPeriod"/>
              <a:defRPr sz="1800">
                <a:latin typeface="+mn-lt"/>
              </a:defRPr>
            </a:lvl1pPr>
            <a:lvl2pPr marL="800100" indent="-342900">
              <a:spcBef>
                <a:spcPts val="1000"/>
              </a:spcBef>
              <a:spcAft>
                <a:spcPts val="1000"/>
              </a:spcAft>
              <a:buClr>
                <a:schemeClr val="accent2"/>
              </a:buClr>
              <a:buFont typeface="+mj-lt"/>
              <a:buAutoNum type="alphaLcPeriod"/>
              <a:defRPr sz="1800">
                <a:latin typeface="+mn-lt"/>
              </a:defRPr>
            </a:lvl2pPr>
            <a:lvl3pPr marL="1257300" indent="-342900">
              <a:spcBef>
                <a:spcPts val="1000"/>
              </a:spcBef>
              <a:spcAft>
                <a:spcPts val="1000"/>
              </a:spcAft>
              <a:buClr>
                <a:schemeClr val="accent2"/>
              </a:buClr>
              <a:buFont typeface="+mj-lt"/>
              <a:buAutoNum type="arabicParenR"/>
              <a:defRPr sz="1800">
                <a:latin typeface="+mn-lt"/>
              </a:defRPr>
            </a:lvl3pPr>
            <a:lvl4pPr marL="1714500" indent="-342900">
              <a:spcBef>
                <a:spcPts val="1000"/>
              </a:spcBef>
              <a:spcAft>
                <a:spcPts val="1000"/>
              </a:spcAft>
              <a:buClr>
                <a:schemeClr val="accent2"/>
              </a:buClr>
              <a:buFont typeface="+mj-lt"/>
              <a:buAutoNum type="alphaLcParenR"/>
              <a:defRPr sz="1800">
                <a:latin typeface="+mn-lt"/>
              </a:defRPr>
            </a:lvl4pPr>
            <a:lvl5pPr marL="2057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p:txBody>
      </p:sp>
      <p:sp>
        <p:nvSpPr>
          <p:cNvPr id="4" name="Content Placeholder 10">
            <a:extLst>
              <a:ext uri="{FF2B5EF4-FFF2-40B4-BE49-F238E27FC236}">
                <a16:creationId xmlns:a16="http://schemas.microsoft.com/office/drawing/2014/main" id="{60FEDE7C-502F-ECFE-4136-E99206849C2A}"/>
              </a:ext>
            </a:extLst>
          </p:cNvPr>
          <p:cNvSpPr>
            <a:spLocks noGrp="1"/>
          </p:cNvSpPr>
          <p:nvPr>
            <p:ph sz="quarter" idx="14" hasCustomPrompt="1"/>
          </p:nvPr>
        </p:nvSpPr>
        <p:spPr>
          <a:xfrm>
            <a:off x="6459795" y="2024780"/>
            <a:ext cx="4894006" cy="4137189"/>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6578526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p:nvPr>
        </p:nvSpPr>
        <p:spPr>
          <a:xfrm>
            <a:off x="838201" y="448056"/>
            <a:ext cx="6172200" cy="1581912"/>
          </a:xfrm>
        </p:spPr>
        <p:txBody>
          <a:bodyPr anchor="b" anchorCtr="0">
            <a:noAutofit/>
          </a:bodyPr>
          <a:lstStyle>
            <a:lvl1pPr>
              <a:defRPr sz="3200"/>
            </a:lvl1pPr>
          </a:lstStyle>
          <a:p>
            <a:r>
              <a:rPr lang="en-US"/>
              <a:t>Click to edit Master title style</a:t>
            </a:r>
            <a:endParaRPr lang="en-US" dirty="0"/>
          </a:p>
        </p:txBody>
      </p:sp>
      <p:sp>
        <p:nvSpPr>
          <p:cNvPr id="4" name="Content Placeholder 10">
            <a:extLst>
              <a:ext uri="{FF2B5EF4-FFF2-40B4-BE49-F238E27FC236}">
                <a16:creationId xmlns:a16="http://schemas.microsoft.com/office/drawing/2014/main" id="{5F30E2A0-23EF-51B1-8ABD-00429EEA0642}"/>
              </a:ext>
            </a:extLst>
          </p:cNvPr>
          <p:cNvSpPr>
            <a:spLocks noGrp="1"/>
          </p:cNvSpPr>
          <p:nvPr>
            <p:ph sz="quarter" idx="14" hasCustomPrompt="1"/>
          </p:nvPr>
        </p:nvSpPr>
        <p:spPr>
          <a:xfrm>
            <a:off x="838200" y="2257063"/>
            <a:ext cx="4894006" cy="3904906"/>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Picture Placeholder 10">
            <a:extLst>
              <a:ext uri="{FF2B5EF4-FFF2-40B4-BE49-F238E27FC236}">
                <a16:creationId xmlns:a16="http://schemas.microsoft.com/office/drawing/2014/main" id="{AF15552F-C66B-341F-2D37-0389710BA5E2}"/>
              </a:ext>
            </a:extLst>
          </p:cNvPr>
          <p:cNvSpPr>
            <a:spLocks noGrp="1"/>
          </p:cNvSpPr>
          <p:nvPr>
            <p:ph type="pic" sz="quarter" idx="10"/>
          </p:nvPr>
        </p:nvSpPr>
        <p:spPr>
          <a:xfrm>
            <a:off x="7500938" y="-22225"/>
            <a:ext cx="4714875" cy="6880225"/>
          </a:xfrm>
        </p:spPr>
        <p:txBody>
          <a:bodyPr>
            <a:normAutofit/>
          </a:bodyPr>
          <a:lstStyle>
            <a:lvl1pPr marL="0" indent="0" algn="ctr">
              <a:buNone/>
              <a:defRPr sz="2000"/>
            </a:lvl1pPr>
          </a:lstStyle>
          <a:p>
            <a:r>
              <a:rPr lang="en-US"/>
              <a:t>Click icon to add picture</a:t>
            </a:r>
            <a:endParaRPr lang="en-US" dirty="0"/>
          </a:p>
        </p:txBody>
      </p:sp>
      <p:sp>
        <p:nvSpPr>
          <p:cNvPr id="12" name="Rectangle 11">
            <a:extLst>
              <a:ext uri="{FF2B5EF4-FFF2-40B4-BE49-F238E27FC236}">
                <a16:creationId xmlns:a16="http://schemas.microsoft.com/office/drawing/2014/main" id="{0D8DCC6D-8B88-7BE0-7240-F743AE09EC48}"/>
              </a:ext>
              <a:ext uri="{C183D7F6-B498-43B3-948B-1728B52AA6E4}">
                <adec:decorative xmlns:adec="http://schemas.microsoft.com/office/drawing/2017/decorative" val="1"/>
              </a:ext>
            </a:extLst>
          </p:cNvPr>
          <p:cNvSpPr/>
          <p:nvPr userDrawn="1"/>
        </p:nvSpPr>
        <p:spPr>
          <a:xfrm>
            <a:off x="993814" y="6303963"/>
            <a:ext cx="4287186" cy="554037"/>
          </a:xfrm>
          <a:prstGeom prst="rect">
            <a:avLst/>
          </a:prstGeom>
          <a:gradFill flip="none" rotWithShape="1">
            <a:gsLst>
              <a:gs pos="0">
                <a:schemeClr val="accent5"/>
              </a:gs>
              <a:gs pos="100000">
                <a:schemeClr val="accent2">
                  <a:lumMod val="97000"/>
                  <a:lumOff val="3000"/>
                </a:schemeClr>
              </a:gs>
              <a:gs pos="50000">
                <a:schemeClr val="accent1"/>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8454381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ntent + 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4" name="Content Placeholder 10">
            <a:extLst>
              <a:ext uri="{FF2B5EF4-FFF2-40B4-BE49-F238E27FC236}">
                <a16:creationId xmlns:a16="http://schemas.microsoft.com/office/drawing/2014/main" id="{9C3ED3BF-FF6B-07FA-72C4-F6102A8558AF}"/>
              </a:ext>
            </a:extLst>
          </p:cNvPr>
          <p:cNvSpPr>
            <a:spLocks noGrp="1"/>
          </p:cNvSpPr>
          <p:nvPr>
            <p:ph sz="quarter" idx="15" hasCustomPrompt="1"/>
          </p:nvPr>
        </p:nvSpPr>
        <p:spPr>
          <a:xfrm>
            <a:off x="896074" y="2106591"/>
            <a:ext cx="2067045" cy="3633787"/>
          </a:xfrm>
        </p:spPr>
        <p:txBody>
          <a:bodyPr>
            <a:normAutofit/>
          </a:bodyPr>
          <a:lstStyle>
            <a:lvl1pPr marL="0" indent="0">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600">
                <a:latin typeface="+mn-lt"/>
              </a:defRPr>
            </a:lvl2pPr>
            <a:lvl3pPr marL="457200" indent="-228600">
              <a:spcBef>
                <a:spcPts val="1000"/>
              </a:spcBef>
              <a:spcAft>
                <a:spcPts val="1000"/>
              </a:spcAft>
              <a:buClr>
                <a:schemeClr val="accent2"/>
              </a:buClr>
              <a:buFont typeface="Wingdings" panose="05000000000000000000" pitchFamily="2" charset="2"/>
              <a:buChar char="§"/>
              <a:defRPr sz="1400">
                <a:latin typeface="+mn-lt"/>
              </a:defRPr>
            </a:lvl3pPr>
            <a:lvl4pPr marL="685800" indent="-228600">
              <a:spcBef>
                <a:spcPts val="1000"/>
              </a:spcBef>
              <a:spcAft>
                <a:spcPts val="1000"/>
              </a:spcAft>
              <a:buClr>
                <a:schemeClr val="accent2"/>
              </a:buClr>
              <a:buFont typeface="Wingdings" panose="05000000000000000000" pitchFamily="2" charset="2"/>
              <a:buChar char="§"/>
              <a:defRPr sz="1400">
                <a:latin typeface="+mn-lt"/>
              </a:defRPr>
            </a:lvl4pPr>
            <a:lvl5pPr marL="914400" indent="-228600">
              <a:spcBef>
                <a:spcPts val="1000"/>
              </a:spcBef>
              <a:spcAft>
                <a:spcPts val="1000"/>
              </a:spcAft>
              <a:buClr>
                <a:schemeClr val="accent2"/>
              </a:buClr>
              <a:buFont typeface="Wingdings" panose="05000000000000000000" pitchFamily="2" charset="2"/>
              <a:buChar char="§"/>
              <a:defRPr sz="12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able Placeholder 7">
            <a:extLst>
              <a:ext uri="{FF2B5EF4-FFF2-40B4-BE49-F238E27FC236}">
                <a16:creationId xmlns:a16="http://schemas.microsoft.com/office/drawing/2014/main" id="{423FEB60-8FB5-7F10-EDD7-8AB4B3139EF6}"/>
              </a:ext>
            </a:extLst>
          </p:cNvPr>
          <p:cNvSpPr>
            <a:spLocks noGrp="1"/>
          </p:cNvSpPr>
          <p:nvPr>
            <p:ph type="tbl" sz="quarter" idx="13"/>
          </p:nvPr>
        </p:nvSpPr>
        <p:spPr>
          <a:xfrm>
            <a:off x="3483980" y="2106591"/>
            <a:ext cx="7869820" cy="4016713"/>
          </a:xfrm>
        </p:spPr>
        <p:txBody>
          <a:bodyPr/>
          <a:lstStyle/>
          <a:p>
            <a:r>
              <a:rPr lang="en-US"/>
              <a:t>Click icon to add table</a:t>
            </a: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808150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 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838200" y="365760"/>
            <a:ext cx="10515600" cy="1325563"/>
          </a:xfrm>
        </p:spPr>
        <p:txBody>
          <a:bodyPr anchor="ctr" anchorCtr="0">
            <a:noAutofit/>
          </a:bodyPr>
          <a:lstStyle>
            <a:lvl1pPr algn="ctr">
              <a:defRPr sz="3200"/>
            </a:lvl1pPr>
          </a:lstStyle>
          <a:p>
            <a:r>
              <a:rPr lang="en-US" dirty="0"/>
              <a:t>Click to add title</a:t>
            </a:r>
          </a:p>
        </p:txBody>
      </p:sp>
      <p:sp>
        <p:nvSpPr>
          <p:cNvPr id="8" name="Content Placeholder 10">
            <a:extLst>
              <a:ext uri="{FF2B5EF4-FFF2-40B4-BE49-F238E27FC236}">
                <a16:creationId xmlns:a16="http://schemas.microsoft.com/office/drawing/2014/main" id="{A524C1E0-92FE-D7D2-83A7-46D29A838874}"/>
              </a:ext>
            </a:extLst>
          </p:cNvPr>
          <p:cNvSpPr>
            <a:spLocks noGrp="1"/>
          </p:cNvSpPr>
          <p:nvPr>
            <p:ph sz="quarter" idx="15" hasCustomPrompt="1"/>
          </p:nvPr>
        </p:nvSpPr>
        <p:spPr>
          <a:xfrm>
            <a:off x="838200"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10">
            <a:extLst>
              <a:ext uri="{FF2B5EF4-FFF2-40B4-BE49-F238E27FC236}">
                <a16:creationId xmlns:a16="http://schemas.microsoft.com/office/drawing/2014/main" id="{427E0367-8E38-8905-DC9A-D0C376A591A7}"/>
              </a:ext>
            </a:extLst>
          </p:cNvPr>
          <p:cNvSpPr>
            <a:spLocks noGrp="1"/>
          </p:cNvSpPr>
          <p:nvPr>
            <p:ph sz="quarter" idx="16" hasCustomPrompt="1"/>
          </p:nvPr>
        </p:nvSpPr>
        <p:spPr>
          <a:xfrm>
            <a:off x="6219464" y="1790329"/>
            <a:ext cx="5134335" cy="4113054"/>
          </a:xfrm>
        </p:spPr>
        <p:txBody>
          <a:bodyPr>
            <a:normAutofit/>
          </a:bodyPr>
          <a:lstStyle>
            <a:lvl1pPr marL="0" indent="0">
              <a:lnSpc>
                <a:spcPct val="150000"/>
              </a:lnSpc>
              <a:spcBef>
                <a:spcPts val="1000"/>
              </a:spcBef>
              <a:spcAft>
                <a:spcPts val="0"/>
              </a:spcAft>
              <a:buClr>
                <a:schemeClr val="accent2"/>
              </a:buClr>
              <a:buFont typeface="Wingdings" panose="05000000000000000000" pitchFamily="2" charset="2"/>
              <a:buNone/>
              <a:defRPr sz="1800">
                <a:latin typeface="+mn-lt"/>
              </a:defRPr>
            </a:lvl1pPr>
            <a:lvl2pPr marL="0" indent="-228600">
              <a:spcBef>
                <a:spcPts val="1000"/>
              </a:spcBef>
              <a:spcAft>
                <a:spcPts val="1000"/>
              </a:spcAft>
              <a:buClr>
                <a:schemeClr val="accent2"/>
              </a:buClr>
              <a:buFont typeface="Wingdings" panose="05000000000000000000" pitchFamily="2" charset="2"/>
              <a:buChar char="§"/>
              <a:defRPr sz="1800">
                <a:latin typeface="+mn-lt"/>
              </a:defRPr>
            </a:lvl2pPr>
            <a:lvl3pPr marL="457200" indent="-228600">
              <a:spcBef>
                <a:spcPts val="1000"/>
              </a:spcBef>
              <a:spcAft>
                <a:spcPts val="1000"/>
              </a:spcAft>
              <a:buClr>
                <a:schemeClr val="accent2"/>
              </a:buClr>
              <a:buFont typeface="Wingdings" panose="05000000000000000000" pitchFamily="2" charset="2"/>
              <a:buChar char="§"/>
              <a:defRPr sz="1800">
                <a:latin typeface="+mn-lt"/>
              </a:defRPr>
            </a:lvl3pPr>
            <a:lvl4pPr marL="685800" indent="-228600">
              <a:spcBef>
                <a:spcPts val="1000"/>
              </a:spcBef>
              <a:spcAft>
                <a:spcPts val="1000"/>
              </a:spcAft>
              <a:buClr>
                <a:schemeClr val="accent2"/>
              </a:buClr>
              <a:buFont typeface="Wingdings" panose="05000000000000000000" pitchFamily="2" charset="2"/>
              <a:buChar char="§"/>
              <a:defRPr sz="1800">
                <a:latin typeface="+mn-lt"/>
              </a:defRPr>
            </a:lvl4pPr>
            <a:lvl5pPr marL="914400" indent="-228600">
              <a:spcBef>
                <a:spcPts val="1000"/>
              </a:spcBef>
              <a:spcAft>
                <a:spcPts val="1000"/>
              </a:spcAft>
              <a:buClr>
                <a:schemeClr val="accent2"/>
              </a:buClr>
              <a:buFont typeface="Wingdings" panose="05000000000000000000" pitchFamily="2" charset="2"/>
              <a:buChar char="§"/>
              <a:defRPr sz="1800">
                <a:latin typeface="+mn-lt"/>
              </a:defRPr>
            </a:lvl5pPr>
          </a:lstStyle>
          <a:p>
            <a:pPr lvl="0"/>
            <a:r>
              <a:rPr lang="en-US" dirty="0"/>
              <a:t>Click to add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Rectangle 9">
            <a:extLst>
              <a:ext uri="{FF2B5EF4-FFF2-40B4-BE49-F238E27FC236}">
                <a16:creationId xmlns:a16="http://schemas.microsoft.com/office/drawing/2014/main" id="{43D847DE-29F2-8ABB-1718-34BED4F37718}"/>
              </a:ext>
              <a:ext uri="{C183D7F6-B498-43B3-948B-1728B52AA6E4}">
                <adec:decorative xmlns:adec="http://schemas.microsoft.com/office/drawing/2017/decorative" val="1"/>
              </a:ext>
            </a:extLst>
          </p:cNvPr>
          <p:cNvSpPr/>
          <p:nvPr userDrawn="1"/>
        </p:nvSpPr>
        <p:spPr>
          <a:xfrm>
            <a:off x="0" y="6303963"/>
            <a:ext cx="12192000" cy="554037"/>
          </a:xfrm>
          <a:prstGeom prst="rect">
            <a:avLst/>
          </a:prstGeom>
          <a:gradFill flip="none" rotWithShape="1">
            <a:gsLst>
              <a:gs pos="0">
                <a:schemeClr val="accent5"/>
              </a:gs>
              <a:gs pos="100000">
                <a:schemeClr val="accent2">
                  <a:lumMod val="97000"/>
                  <a:lumOff val="3000"/>
                </a:schemeClr>
              </a:gs>
              <a:gs pos="50000">
                <a:schemeClr val="accent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5" name="Date Placeholder 4">
            <a:extLst>
              <a:ext uri="{FF2B5EF4-FFF2-40B4-BE49-F238E27FC236}">
                <a16:creationId xmlns:a16="http://schemas.microsoft.com/office/drawing/2014/main" id="{C6CFCEB5-4092-FD13-478E-51CD74FDB82E}"/>
              </a:ext>
            </a:extLst>
          </p:cNvPr>
          <p:cNvSpPr>
            <a:spLocks noGrp="1"/>
          </p:cNvSpPr>
          <p:nvPr>
            <p:ph type="dt" sz="half" idx="10"/>
          </p:nvPr>
        </p:nvSpPr>
        <p:spPr/>
        <p:txBody>
          <a:bodyPr/>
          <a:lstStyle/>
          <a:p>
            <a:fld id="{D6D8061D-18C3-4F4F-85EF-561633F58754}" type="datetimeFigureOut">
              <a:rPr lang="en-US" smtClean="0"/>
              <a:t>1/13/2026</a:t>
            </a:fld>
            <a:endParaRPr lang="en-US"/>
          </a:p>
        </p:txBody>
      </p:sp>
      <p:sp>
        <p:nvSpPr>
          <p:cNvPr id="6" name="Footer Placeholder 5">
            <a:extLst>
              <a:ext uri="{FF2B5EF4-FFF2-40B4-BE49-F238E27FC236}">
                <a16:creationId xmlns:a16="http://schemas.microsoft.com/office/drawing/2014/main" id="{5D077A4D-E7C0-912D-293F-D93F0CB5CA4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6AA9E1-334B-5F8F-8A92-67DD095F7838}"/>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137703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p:txBody>
          <a:bodyPr anchor="ctr" anchorCtr="0">
            <a:noAutofit/>
          </a:bodyPr>
          <a:lstStyle>
            <a:lvl1pPr algn="ctr">
              <a:defRPr sz="3200"/>
            </a:lvl1pPr>
          </a:lstStyle>
          <a:p>
            <a:r>
              <a:rPr lang="en-US" dirty="0"/>
              <a:t>Click to add title</a:t>
            </a:r>
          </a:p>
        </p:txBody>
      </p:sp>
      <p:sp>
        <p:nvSpPr>
          <p:cNvPr id="8" name="Table Placeholder 7">
            <a:extLst>
              <a:ext uri="{FF2B5EF4-FFF2-40B4-BE49-F238E27FC236}">
                <a16:creationId xmlns:a16="http://schemas.microsoft.com/office/drawing/2014/main" id="{0CEAFE70-86D3-8690-31CA-F9A1FBA494D0}"/>
              </a:ext>
            </a:extLst>
          </p:cNvPr>
          <p:cNvSpPr>
            <a:spLocks noGrp="1"/>
          </p:cNvSpPr>
          <p:nvPr>
            <p:ph type="tbl" sz="quarter" idx="13"/>
          </p:nvPr>
        </p:nvSpPr>
        <p:spPr>
          <a:xfrm>
            <a:off x="613186" y="2107800"/>
            <a:ext cx="10965628" cy="3920196"/>
          </a:xfrm>
        </p:spPr>
        <p:txBody>
          <a:bodyPr/>
          <a:lstStyle>
            <a:lvl1pPr>
              <a:defRPr/>
            </a:lvl1pPr>
          </a:lstStyle>
          <a:p>
            <a:r>
              <a:rPr lang="en-US"/>
              <a:t>Click icon to add table</a:t>
            </a: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fld id="{D6D8061D-18C3-4F4F-85EF-561633F58754}" type="datetimeFigureOut">
              <a:rPr lang="en-US" smtClean="0"/>
              <a:t>1/13/2026</a:t>
            </a:fld>
            <a:endParaRPr lang="en-US"/>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a:p>
        </p:txBody>
      </p:sp>
    </p:spTree>
    <p:extLst>
      <p:ext uri="{BB962C8B-B14F-4D97-AF65-F5344CB8AC3E}">
        <p14:creationId xmlns:p14="http://schemas.microsoft.com/office/powerpoint/2010/main" val="262609929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sp>
        <p:nvSpPr>
          <p:cNvPr id="12" name="Picture Placeholder 11">
            <a:extLst>
              <a:ext uri="{FF2B5EF4-FFF2-40B4-BE49-F238E27FC236}">
                <a16:creationId xmlns:a16="http://schemas.microsoft.com/office/drawing/2014/main" id="{76EE6F3F-63EB-5C0E-2307-3B7CBBA1C374}"/>
              </a:ext>
            </a:extLst>
          </p:cNvPr>
          <p:cNvSpPr>
            <a:spLocks noGrp="1"/>
          </p:cNvSpPr>
          <p:nvPr>
            <p:ph type="pic" sz="quarter" idx="11"/>
          </p:nvPr>
        </p:nvSpPr>
        <p:spPr>
          <a:xfrm>
            <a:off x="0" y="0"/>
            <a:ext cx="12192000" cy="6858000"/>
          </a:xfrm>
          <a:solidFill>
            <a:schemeClr val="tx1"/>
          </a:solidFill>
        </p:spPr>
        <p:txBody>
          <a:bodyPr>
            <a:normAutofit/>
          </a:bodyPr>
          <a:lstStyle>
            <a:lvl1pPr marL="0" indent="0" algn="ctr">
              <a:buNone/>
              <a:defRPr sz="2000">
                <a:solidFill>
                  <a:schemeClr val="bg1"/>
                </a:solidFill>
              </a:defRPr>
            </a:lvl1pPr>
          </a:lstStyle>
          <a:p>
            <a:r>
              <a:rPr lang="en-US"/>
              <a:t>Click icon to add picture</a:t>
            </a:r>
            <a:endParaRPr lang="en-US" dirty="0"/>
          </a:p>
        </p:txBody>
      </p:sp>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1362437" y="400485"/>
            <a:ext cx="9467127" cy="2527911"/>
          </a:xfrm>
        </p:spPr>
        <p:txBody>
          <a:bodyPr anchor="b">
            <a:noAutofit/>
          </a:bodyPr>
          <a:lstStyle>
            <a:lvl1pPr algn="ctr">
              <a:spcBef>
                <a:spcPts val="1000"/>
              </a:spcBef>
              <a:defRPr>
                <a:solidFill>
                  <a:schemeClr val="bg1"/>
                </a:solidFill>
              </a:defRPr>
            </a:lvl1pPr>
          </a:lstStyle>
          <a:p>
            <a:r>
              <a:rPr lang="en-US" dirty="0"/>
              <a:t>Click to add title</a:t>
            </a:r>
          </a:p>
        </p:txBody>
      </p:sp>
      <p:sp>
        <p:nvSpPr>
          <p:cNvPr id="10" name="Text Placeholder 9">
            <a:extLst>
              <a:ext uri="{FF2B5EF4-FFF2-40B4-BE49-F238E27FC236}">
                <a16:creationId xmlns:a16="http://schemas.microsoft.com/office/drawing/2014/main" id="{E12DA517-30B0-BC62-0422-F995FB9189E2}"/>
              </a:ext>
            </a:extLst>
          </p:cNvPr>
          <p:cNvSpPr>
            <a:spLocks noGrp="1"/>
          </p:cNvSpPr>
          <p:nvPr>
            <p:ph type="body" sz="quarter" idx="10" hasCustomPrompt="1"/>
          </p:nvPr>
        </p:nvSpPr>
        <p:spPr>
          <a:xfrm>
            <a:off x="1362075" y="3738622"/>
            <a:ext cx="9467850" cy="2527911"/>
          </a:xfrm>
        </p:spPr>
        <p:txBody>
          <a:bodyPr>
            <a:normAutofit/>
          </a:bodyPr>
          <a:lstStyle>
            <a:lvl1pPr marL="0" indent="0" algn="ctr">
              <a:spcBef>
                <a:spcPts val="1000"/>
              </a:spcBef>
              <a:buNone/>
              <a:defRPr sz="1800">
                <a:solidFill>
                  <a:schemeClr val="bg1"/>
                </a:solidFill>
              </a:defRPr>
            </a:lvl1pPr>
            <a:lvl2pPr marL="457200" indent="0" algn="ctr">
              <a:spcBef>
                <a:spcPts val="1000"/>
              </a:spcBef>
              <a:buNone/>
              <a:defRPr sz="1800">
                <a:solidFill>
                  <a:schemeClr val="bg1"/>
                </a:solidFill>
              </a:defRPr>
            </a:lvl2pPr>
            <a:lvl3pPr marL="914400" indent="0" algn="ctr">
              <a:spcBef>
                <a:spcPts val="1000"/>
              </a:spcBef>
              <a:buNone/>
              <a:defRPr sz="1800">
                <a:solidFill>
                  <a:schemeClr val="bg1"/>
                </a:solidFill>
              </a:defRPr>
            </a:lvl3pPr>
            <a:lvl4pPr marL="1371600" indent="0" algn="ctr">
              <a:spcBef>
                <a:spcPts val="1000"/>
              </a:spcBef>
              <a:buNone/>
              <a:defRPr sz="1800">
                <a:solidFill>
                  <a:schemeClr val="bg1"/>
                </a:solidFill>
              </a:defRPr>
            </a:lvl4pPr>
            <a:lvl5pPr marL="1828800" indent="0" algn="ctr">
              <a:spcBef>
                <a:spcPts val="1000"/>
              </a:spcBef>
              <a:buNone/>
              <a:defRPr sz="1800">
                <a:solidFill>
                  <a:schemeClr val="bg1"/>
                </a:solidFill>
              </a:defRPr>
            </a:lvl5pPr>
          </a:lstStyle>
          <a:p>
            <a:pPr lvl="0"/>
            <a:r>
              <a:rPr lang="en-US" dirty="0"/>
              <a:t>Click to add text</a:t>
            </a:r>
          </a:p>
        </p:txBody>
      </p:sp>
    </p:spTree>
    <p:extLst>
      <p:ext uri="{BB962C8B-B14F-4D97-AF65-F5344CB8AC3E}">
        <p14:creationId xmlns:p14="http://schemas.microsoft.com/office/powerpoint/2010/main" val="21629670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D97564-C310-6E8C-8689-CE18881B4A1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FAD99FA-26D9-873B-BE7F-26FEC5C233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319819E-0266-97DD-DFD1-BAAA06AE32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6D8061D-18C3-4F4F-85EF-561633F58754}" type="datetimeFigureOut">
              <a:rPr lang="en-US" smtClean="0"/>
              <a:t>1/13/2026</a:t>
            </a:fld>
            <a:endParaRPr lang="en-US"/>
          </a:p>
        </p:txBody>
      </p:sp>
      <p:sp>
        <p:nvSpPr>
          <p:cNvPr id="5" name="Footer Placeholder 4">
            <a:extLst>
              <a:ext uri="{FF2B5EF4-FFF2-40B4-BE49-F238E27FC236}">
                <a16:creationId xmlns:a16="http://schemas.microsoft.com/office/drawing/2014/main" id="{2BFD19C9-01CE-9E2A-CDA5-C15940F055F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1801085-7B28-048D-E3D3-9C3614268D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BD12358-51D2-46B3-9BDE-DF29528B9454}" type="slidenum">
              <a:rPr lang="en-US" smtClean="0"/>
              <a:t>‹#›</a:t>
            </a:fld>
            <a:endParaRPr lang="en-US"/>
          </a:p>
        </p:txBody>
      </p:sp>
    </p:spTree>
    <p:extLst>
      <p:ext uri="{BB962C8B-B14F-4D97-AF65-F5344CB8AC3E}">
        <p14:creationId xmlns:p14="http://schemas.microsoft.com/office/powerpoint/2010/main" val="1965934658"/>
      </p:ext>
    </p:extLst>
  </p:cSld>
  <p:clrMap bg1="lt1" tx1="dk1" bg2="lt2" tx2="dk2" accent1="accent1" accent2="accent2" accent3="accent3" accent4="accent4" accent5="accent5" accent6="accent6" hlink="hlink" folHlink="folHlink"/>
  <p:sldLayoutIdLst>
    <p:sldLayoutId id="2147483654" r:id="rId1"/>
    <p:sldLayoutId id="2147483660" r:id="rId2"/>
    <p:sldLayoutId id="2147483659" r:id="rId3"/>
    <p:sldLayoutId id="2147483650" r:id="rId4"/>
    <p:sldLayoutId id="2147483649" r:id="rId5"/>
    <p:sldLayoutId id="2147483662" r:id="rId6"/>
    <p:sldLayoutId id="2147483663" r:id="rId7"/>
    <p:sldLayoutId id="2147483652" r:id="rId8"/>
    <p:sldLayoutId id="2147483666" r:id="rId9"/>
    <p:sldLayoutId id="2147483664" r:id="rId10"/>
    <p:sldLayoutId id="2147483665" r:id="rId11"/>
    <p:sldLayoutId id="2147483661" r:id="rId12"/>
  </p:sldLayoutIdLst>
  <p:txStyles>
    <p:titleStyle>
      <a:lvl1pPr algn="l" defTabSz="914400" rtl="0" eaLnBrk="1" latinLnBrk="0" hangingPunct="1">
        <a:lnSpc>
          <a:spcPct val="90000"/>
        </a:lnSpc>
        <a:spcBef>
          <a:spcPct val="0"/>
        </a:spcBef>
        <a:buNone/>
        <a:defRPr sz="4800" kern="1200" cap="all" spc="300" baseline="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1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4.jfif"/><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1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pic>
        <p:nvPicPr>
          <p:cNvPr id="4" name="Picture Placeholder 7">
            <a:extLst>
              <a:ext uri="{FF2B5EF4-FFF2-40B4-BE49-F238E27FC236}">
                <a16:creationId xmlns:a16="http://schemas.microsoft.com/office/drawing/2014/main" id="{782ED2F6-AFB3-9199-3999-2B5E4BAF2423}"/>
              </a:ext>
            </a:extLst>
          </p:cNvPr>
          <p:cNvPicPr>
            <a:picLocks noGrp="1" noChangeAspect="1"/>
          </p:cNvPicPr>
          <p:nvPr>
            <p:ph type="pic" sz="quarter" idx="10"/>
          </p:nvPr>
        </p:nvPicPr>
        <p:blipFill>
          <a:blip r:embed="rId2">
            <a:alphaModFix amt="52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p:blipFill>
        <p:spPr>
          <a:xfrm>
            <a:off x="0" y="0"/>
            <a:ext cx="12192000" cy="6858000"/>
          </a:xfrm>
        </p:spPr>
      </p:pic>
      <p:sp>
        <p:nvSpPr>
          <p:cNvPr id="6" name="Title 5">
            <a:extLst>
              <a:ext uri="{FF2B5EF4-FFF2-40B4-BE49-F238E27FC236}">
                <a16:creationId xmlns:a16="http://schemas.microsoft.com/office/drawing/2014/main" id="{F20A922B-22EC-7FD8-FA8C-2FFAC558BD66}"/>
              </a:ext>
            </a:extLst>
          </p:cNvPr>
          <p:cNvSpPr>
            <a:spLocks noGrp="1"/>
          </p:cNvSpPr>
          <p:nvPr>
            <p:ph type="ctrTitle"/>
          </p:nvPr>
        </p:nvSpPr>
        <p:spPr>
          <a:xfrm>
            <a:off x="1524000" y="2286000"/>
            <a:ext cx="9144000" cy="2286000"/>
          </a:xfrm>
        </p:spPr>
        <p:txBody>
          <a:bodyPr/>
          <a:lstStyle/>
          <a:p>
            <a:r>
              <a:rPr lang="en-US" dirty="0">
                <a:solidFill>
                  <a:schemeClr val="tx1"/>
                </a:solidFill>
              </a:rPr>
              <a:t>The Technology Value Stream</a:t>
            </a:r>
            <a:br>
              <a:rPr lang="en-US" dirty="0">
                <a:solidFill>
                  <a:schemeClr val="tx1"/>
                </a:solidFill>
              </a:rPr>
            </a:br>
            <a:r>
              <a:rPr lang="en-US" sz="1200" dirty="0">
                <a:solidFill>
                  <a:schemeClr val="tx1"/>
                </a:solidFill>
              </a:rPr>
              <a:t>Stephanie Ramos</a:t>
            </a:r>
            <a:br>
              <a:rPr lang="en-US" sz="1200" dirty="0">
                <a:solidFill>
                  <a:schemeClr val="tx1"/>
                </a:solidFill>
              </a:rPr>
            </a:br>
            <a:r>
              <a:rPr lang="en-US" sz="1200" dirty="0">
                <a:solidFill>
                  <a:schemeClr val="tx1"/>
                </a:solidFill>
              </a:rPr>
              <a:t>Module 1.2 Assignment</a:t>
            </a:r>
          </a:p>
        </p:txBody>
      </p:sp>
    </p:spTree>
    <p:extLst>
      <p:ext uri="{BB962C8B-B14F-4D97-AF65-F5344CB8AC3E}">
        <p14:creationId xmlns:p14="http://schemas.microsoft.com/office/powerpoint/2010/main" val="6392647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975C36-617B-795C-5A2B-325EA34F16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1AD706-11EF-C258-EBD5-C4EEFEAACF16}"/>
              </a:ext>
            </a:extLst>
          </p:cNvPr>
          <p:cNvSpPr>
            <a:spLocks noGrp="1"/>
          </p:cNvSpPr>
          <p:nvPr>
            <p:ph type="title"/>
          </p:nvPr>
        </p:nvSpPr>
        <p:spPr>
          <a:xfrm>
            <a:off x="838200" y="365125"/>
            <a:ext cx="10515600" cy="1325563"/>
          </a:xfrm>
        </p:spPr>
        <p:txBody>
          <a:bodyPr anchor="ctr">
            <a:normAutofit/>
          </a:bodyPr>
          <a:lstStyle/>
          <a:p>
            <a:r>
              <a:rPr lang="en-US" dirty="0"/>
              <a:t>AGENDA</a:t>
            </a:r>
          </a:p>
        </p:txBody>
      </p:sp>
      <p:graphicFrame>
        <p:nvGraphicFramePr>
          <p:cNvPr id="7" name="Content Placeholder 2">
            <a:extLst>
              <a:ext uri="{FF2B5EF4-FFF2-40B4-BE49-F238E27FC236}">
                <a16:creationId xmlns:a16="http://schemas.microsoft.com/office/drawing/2014/main" id="{9C8B115A-40DC-07F7-629D-ABFBA8FCA562}"/>
              </a:ext>
            </a:extLst>
          </p:cNvPr>
          <p:cNvGraphicFramePr>
            <a:graphicFrameLocks noGrp="1"/>
          </p:cNvGraphicFramePr>
          <p:nvPr>
            <p:ph type="tbl" sz="quarter" idx="13"/>
            <p:extLst>
              <p:ext uri="{D42A27DB-BD31-4B8C-83A1-F6EECF244321}">
                <p14:modId xmlns:p14="http://schemas.microsoft.com/office/powerpoint/2010/main" val="3324189780"/>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720179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a:extLst>
              <a:ext uri="{FF2B5EF4-FFF2-40B4-BE49-F238E27FC236}">
                <a16:creationId xmlns:a16="http://schemas.microsoft.com/office/drawing/2014/main" id="{45D7B84C-0D72-22A2-79FB-ADFF7F5D56A9}"/>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a:stretch/>
        </p:blipFill>
        <p:spPr>
          <a:xfrm>
            <a:off x="20" y="10"/>
            <a:ext cx="12191980" cy="6857990"/>
          </a:xfrm>
          <a:noFill/>
        </p:spPr>
      </p:pic>
      <p:sp>
        <p:nvSpPr>
          <p:cNvPr id="5" name="Title 4">
            <a:extLst>
              <a:ext uri="{FF2B5EF4-FFF2-40B4-BE49-F238E27FC236}">
                <a16:creationId xmlns:a16="http://schemas.microsoft.com/office/drawing/2014/main" id="{D570D941-1703-E1E0-2E64-C0F759CAA5A3}"/>
              </a:ext>
            </a:extLst>
          </p:cNvPr>
          <p:cNvSpPr>
            <a:spLocks noGrp="1"/>
          </p:cNvSpPr>
          <p:nvPr>
            <p:ph type="title"/>
          </p:nvPr>
        </p:nvSpPr>
        <p:spPr>
          <a:xfrm>
            <a:off x="1362437" y="400485"/>
            <a:ext cx="9467127" cy="2527911"/>
          </a:xfrm>
        </p:spPr>
        <p:txBody>
          <a:bodyPr anchor="b">
            <a:normAutofit/>
          </a:bodyPr>
          <a:lstStyle/>
          <a:p>
            <a:r>
              <a:rPr lang="en-US" dirty="0">
                <a:solidFill>
                  <a:schemeClr val="tx1"/>
                </a:solidFill>
              </a:rPr>
              <a:t>What is Technology Value Stream?</a:t>
            </a:r>
          </a:p>
        </p:txBody>
      </p:sp>
      <p:sp>
        <p:nvSpPr>
          <p:cNvPr id="6" name="Content Placeholder 5">
            <a:extLst>
              <a:ext uri="{FF2B5EF4-FFF2-40B4-BE49-F238E27FC236}">
                <a16:creationId xmlns:a16="http://schemas.microsoft.com/office/drawing/2014/main" id="{41C25898-3EC1-95DA-817F-5E5D016B8828}"/>
              </a:ext>
            </a:extLst>
          </p:cNvPr>
          <p:cNvSpPr>
            <a:spLocks noGrp="1"/>
          </p:cNvSpPr>
          <p:nvPr>
            <p:ph type="body" sz="quarter" idx="10"/>
          </p:nvPr>
        </p:nvSpPr>
        <p:spPr>
          <a:xfrm>
            <a:off x="1362075" y="3738622"/>
            <a:ext cx="9467850" cy="2527911"/>
          </a:xfrm>
        </p:spPr>
        <p:txBody>
          <a:bodyPr>
            <a:normAutofit/>
          </a:bodyPr>
          <a:lstStyle/>
          <a:p>
            <a:r>
              <a:rPr lang="en-US" dirty="0">
                <a:solidFill>
                  <a:schemeClr val="tx1"/>
                </a:solidFill>
              </a:rPr>
              <a:t>According to Helen Beal’s article What is a Value Stream, a value stream represents the end-to-end set of activities required to deliver value to a customer (Beal, 2022). When applied to technology, this includes the full flow from accepting a business idea into development through coding, testing, integration, and deployment into production, where value is realized. The technology value stream recognizes that value is not created during development alone, but when services run reliably in production. By examining both value added and nonvalue added activities across this flow, teams can identify delays, dependencies, and quality risks that increase lead time and slow delivery.</a:t>
            </a:r>
          </a:p>
        </p:txBody>
      </p:sp>
    </p:spTree>
    <p:extLst>
      <p:ext uri="{BB962C8B-B14F-4D97-AF65-F5344CB8AC3E}">
        <p14:creationId xmlns:p14="http://schemas.microsoft.com/office/powerpoint/2010/main" val="2791823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5F5E3-2B1C-7C0A-8581-67A9052D13AA}"/>
              </a:ext>
            </a:extLst>
          </p:cNvPr>
          <p:cNvSpPr>
            <a:spLocks noGrp="1"/>
          </p:cNvSpPr>
          <p:nvPr>
            <p:ph type="title"/>
          </p:nvPr>
        </p:nvSpPr>
        <p:spPr>
          <a:xfrm>
            <a:off x="5242425" y="466344"/>
            <a:ext cx="6241651" cy="1710354"/>
          </a:xfrm>
        </p:spPr>
        <p:txBody>
          <a:bodyPr anchor="ctr">
            <a:normAutofit/>
          </a:bodyPr>
          <a:lstStyle/>
          <a:p>
            <a:r>
              <a:rPr lang="en-US" dirty="0"/>
              <a:t>Defining Lead Time vs. Processing Time</a:t>
            </a:r>
          </a:p>
        </p:txBody>
      </p:sp>
      <p:pic>
        <p:nvPicPr>
          <p:cNvPr id="7" name="Picture 6" descr="Close-up of a stopwatch">
            <a:extLst>
              <a:ext uri="{FF2B5EF4-FFF2-40B4-BE49-F238E27FC236}">
                <a16:creationId xmlns:a16="http://schemas.microsoft.com/office/drawing/2014/main" id="{0849254D-144B-5529-5CFB-7A8D1AA239D9}"/>
              </a:ext>
            </a:extLst>
          </p:cNvPr>
          <p:cNvPicPr>
            <a:picLocks noChangeAspect="1"/>
          </p:cNvPicPr>
          <p:nvPr/>
        </p:nvPicPr>
        <p:blipFill>
          <a:blip r:embed="rId3"/>
          <a:srcRect l="20482" r="37783" b="-1"/>
          <a:stretch>
            <a:fillRect/>
          </a:stretch>
        </p:blipFill>
        <p:spPr>
          <a:xfrm>
            <a:off x="20" y="10"/>
            <a:ext cx="4287818" cy="6857990"/>
          </a:xfrm>
          <a:prstGeom prst="rect">
            <a:avLst/>
          </a:prstGeom>
          <a:noFill/>
        </p:spPr>
      </p:pic>
      <p:sp>
        <p:nvSpPr>
          <p:cNvPr id="3" name="Content Placeholder 2">
            <a:extLst>
              <a:ext uri="{FF2B5EF4-FFF2-40B4-BE49-F238E27FC236}">
                <a16:creationId xmlns:a16="http://schemas.microsoft.com/office/drawing/2014/main" id="{A6A33159-D030-2F82-A142-F75940728319}"/>
              </a:ext>
            </a:extLst>
          </p:cNvPr>
          <p:cNvSpPr>
            <a:spLocks noGrp="1"/>
          </p:cNvSpPr>
          <p:nvPr>
            <p:ph idx="1"/>
          </p:nvPr>
        </p:nvSpPr>
        <p:spPr>
          <a:xfrm>
            <a:off x="5242426" y="2286000"/>
            <a:ext cx="6241650" cy="3474720"/>
          </a:xfrm>
        </p:spPr>
        <p:txBody>
          <a:bodyPr vert="horz" lIns="91440" tIns="45720" rIns="91440" bIns="45720" rtlCol="0">
            <a:normAutofit/>
          </a:bodyPr>
          <a:lstStyle/>
          <a:p>
            <a:r>
              <a:rPr lang="en-US" dirty="0"/>
              <a:t>Lead time and process time are used to measure performance in value streams. </a:t>
            </a:r>
          </a:p>
          <a:p>
            <a:r>
              <a:rPr lang="en-US" dirty="0"/>
              <a:t>Lead time starts when the request is made and ends when it is fulfilled. </a:t>
            </a:r>
          </a:p>
          <a:p>
            <a:r>
              <a:rPr lang="en-US" dirty="0"/>
              <a:t>Process time is only the time work is actively being done. Does not include the time that work is in the queue.</a:t>
            </a:r>
          </a:p>
          <a:p>
            <a:r>
              <a:rPr lang="en-US" dirty="0"/>
              <a:t>To achieve faster flow and shorter lead time, there needs to be a reduction in the time that the work is waiting in the queue. </a:t>
            </a:r>
          </a:p>
        </p:txBody>
      </p:sp>
    </p:spTree>
    <p:extLst>
      <p:ext uri="{BB962C8B-B14F-4D97-AF65-F5344CB8AC3E}">
        <p14:creationId xmlns:p14="http://schemas.microsoft.com/office/powerpoint/2010/main" val="36666746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itle 1">
            <a:extLst>
              <a:ext uri="{FF2B5EF4-FFF2-40B4-BE49-F238E27FC236}">
                <a16:creationId xmlns:a16="http://schemas.microsoft.com/office/drawing/2014/main" id="{42A7DD17-502D-5752-0BEE-CDEFB30925D2}"/>
              </a:ext>
            </a:extLst>
          </p:cNvPr>
          <p:cNvSpPr>
            <a:spLocks noGrp="1"/>
          </p:cNvSpPr>
          <p:nvPr>
            <p:ph type="title"/>
          </p:nvPr>
        </p:nvSpPr>
        <p:spPr>
          <a:xfrm>
            <a:off x="838200" y="365760"/>
            <a:ext cx="10515600" cy="1325563"/>
          </a:xfrm>
        </p:spPr>
        <p:txBody>
          <a:bodyPr/>
          <a:lstStyle/>
          <a:p>
            <a:r>
              <a:rPr lang="en-US" dirty="0"/>
              <a:t>Lead Time vs. Processing Time</a:t>
            </a:r>
          </a:p>
        </p:txBody>
      </p:sp>
      <p:sp>
        <p:nvSpPr>
          <p:cNvPr id="20" name="Content Placeholder 2">
            <a:extLst>
              <a:ext uri="{FF2B5EF4-FFF2-40B4-BE49-F238E27FC236}">
                <a16:creationId xmlns:a16="http://schemas.microsoft.com/office/drawing/2014/main" id="{B1BF0ABD-3B40-74FB-812F-6830B7ECD52E}"/>
              </a:ext>
            </a:extLst>
          </p:cNvPr>
          <p:cNvSpPr>
            <a:spLocks noGrp="1"/>
          </p:cNvSpPr>
          <p:nvPr>
            <p:ph sz="quarter" idx="15"/>
          </p:nvPr>
        </p:nvSpPr>
        <p:spPr>
          <a:xfrm>
            <a:off x="838200" y="1790329"/>
            <a:ext cx="5134335" cy="4113054"/>
          </a:xfrm>
        </p:spPr>
        <p:txBody>
          <a:bodyPr>
            <a:normAutofit fontScale="92500" lnSpcReduction="10000"/>
          </a:bodyPr>
          <a:lstStyle/>
          <a:p>
            <a:r>
              <a:rPr lang="en-US" dirty="0"/>
              <a:t>This image illustrates the distinction between lead time and process time within a value stream. Lead time encompasses everything from when a request is made to when the work is completed, which includes the time spent waiting in a queue. Process time is significantly shorter because it only reflects the time when work is actively being done and does not include waiting periods. The image makes it clear that most delays happen outside of actual work, reinforcing that reducing queue time is key to improving flow and shortening overall lead time.</a:t>
            </a:r>
          </a:p>
        </p:txBody>
      </p:sp>
      <p:pic>
        <p:nvPicPr>
          <p:cNvPr id="10" name="Picture Placeholder 9">
            <a:extLst>
              <a:ext uri="{FF2B5EF4-FFF2-40B4-BE49-F238E27FC236}">
                <a16:creationId xmlns:a16="http://schemas.microsoft.com/office/drawing/2014/main" id="{9BC8906F-B496-B124-41B0-64EF366A0B80}"/>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6309359" y="2988892"/>
            <a:ext cx="4869181" cy="1334927"/>
          </a:xfrm>
          <a:noFill/>
        </p:spPr>
      </p:pic>
    </p:spTree>
    <p:extLst>
      <p:ext uri="{BB962C8B-B14F-4D97-AF65-F5344CB8AC3E}">
        <p14:creationId xmlns:p14="http://schemas.microsoft.com/office/powerpoint/2010/main" val="3681669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DBA1BA-CDBE-1133-88FC-6C51DD4D1D8D}"/>
              </a:ext>
            </a:extLst>
          </p:cNvPr>
          <p:cNvSpPr>
            <a:spLocks noGrp="1"/>
          </p:cNvSpPr>
          <p:nvPr>
            <p:ph type="title"/>
          </p:nvPr>
        </p:nvSpPr>
        <p:spPr>
          <a:xfrm>
            <a:off x="838201" y="448056"/>
            <a:ext cx="6172200" cy="1581912"/>
          </a:xfrm>
        </p:spPr>
        <p:txBody>
          <a:bodyPr anchor="b">
            <a:normAutofit/>
          </a:bodyPr>
          <a:lstStyle/>
          <a:p>
            <a:r>
              <a:rPr lang="en-US" dirty="0"/>
              <a:t>The Common Scenario: Deployment Lead Times Requiring Months</a:t>
            </a:r>
          </a:p>
        </p:txBody>
      </p:sp>
      <p:sp>
        <p:nvSpPr>
          <p:cNvPr id="4" name="Content Placeholder 3">
            <a:extLst>
              <a:ext uri="{FF2B5EF4-FFF2-40B4-BE49-F238E27FC236}">
                <a16:creationId xmlns:a16="http://schemas.microsoft.com/office/drawing/2014/main" id="{46FEC771-5414-F554-C7DF-13BE0ECAD8E2}"/>
              </a:ext>
            </a:extLst>
          </p:cNvPr>
          <p:cNvSpPr>
            <a:spLocks noGrp="1"/>
          </p:cNvSpPr>
          <p:nvPr>
            <p:ph sz="quarter" idx="14"/>
          </p:nvPr>
        </p:nvSpPr>
        <p:spPr>
          <a:xfrm>
            <a:off x="838200" y="2257063"/>
            <a:ext cx="4894006" cy="3904906"/>
          </a:xfrm>
        </p:spPr>
        <p:txBody>
          <a:bodyPr>
            <a:normAutofit lnSpcReduction="10000"/>
          </a:bodyPr>
          <a:lstStyle/>
          <a:p>
            <a:pPr marL="0" indent="0">
              <a:buNone/>
            </a:pPr>
            <a:r>
              <a:rPr lang="en-US" dirty="0"/>
              <a:t>It is common for large, complex organizations to have deployment lead times that take months to complete. This is due to monolithic applications, with:</a:t>
            </a:r>
          </a:p>
          <a:p>
            <a:pPr lvl="1"/>
            <a:r>
              <a:rPr lang="en-US" dirty="0"/>
              <a:t>scarce integration test environments</a:t>
            </a:r>
          </a:p>
          <a:p>
            <a:pPr lvl="1"/>
            <a:r>
              <a:rPr lang="en-US" dirty="0"/>
              <a:t>long test and production environment lead times</a:t>
            </a:r>
          </a:p>
          <a:p>
            <a:pPr lvl="1"/>
            <a:r>
              <a:rPr lang="en-US" dirty="0"/>
              <a:t>high reliance on manual testing</a:t>
            </a:r>
          </a:p>
          <a:p>
            <a:pPr lvl="1"/>
            <a:r>
              <a:rPr lang="en-US" dirty="0"/>
              <a:t> multiple required approval processes.</a:t>
            </a:r>
          </a:p>
          <a:p>
            <a:pPr lvl="1" indent="0">
              <a:buNone/>
            </a:pPr>
            <a:r>
              <a:rPr lang="en-US" dirty="0"/>
              <a:t>This reflects a technology value stream where most time is spent waiting between stages rather than delivering value.</a:t>
            </a:r>
          </a:p>
        </p:txBody>
      </p:sp>
      <p:pic>
        <p:nvPicPr>
          <p:cNvPr id="12" name="Picture Placeholder 11">
            <a:extLst>
              <a:ext uri="{FF2B5EF4-FFF2-40B4-BE49-F238E27FC236}">
                <a16:creationId xmlns:a16="http://schemas.microsoft.com/office/drawing/2014/main" id="{179AFEA2-1069-CB8D-C30B-A4DD9632392C}"/>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43491" r="15393" b="1"/>
          <a:stretch>
            <a:fillRect/>
          </a:stretch>
        </p:blipFill>
        <p:spPr>
          <a:xfrm>
            <a:off x="7500938" y="-22225"/>
            <a:ext cx="4714875" cy="6880225"/>
          </a:xfrm>
          <a:noFill/>
        </p:spPr>
      </p:pic>
    </p:spTree>
    <p:extLst>
      <p:ext uri="{BB962C8B-B14F-4D97-AF65-F5344CB8AC3E}">
        <p14:creationId xmlns:p14="http://schemas.microsoft.com/office/powerpoint/2010/main" val="41489057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75B6FC-932D-9F83-6B3A-CAA734FEDE9A}"/>
              </a:ext>
            </a:extLst>
          </p:cNvPr>
          <p:cNvSpPr>
            <a:spLocks noGrp="1"/>
          </p:cNvSpPr>
          <p:nvPr>
            <p:ph type="title"/>
          </p:nvPr>
        </p:nvSpPr>
        <p:spPr>
          <a:xfrm>
            <a:off x="838200" y="365760"/>
            <a:ext cx="10515600" cy="1325563"/>
          </a:xfrm>
        </p:spPr>
        <p:txBody>
          <a:bodyPr anchor="ctr">
            <a:normAutofit/>
          </a:bodyPr>
          <a:lstStyle/>
          <a:p>
            <a:r>
              <a:rPr lang="en-US" dirty="0"/>
              <a:t>Deployment Lead Times Requiring Months</a:t>
            </a:r>
          </a:p>
        </p:txBody>
      </p:sp>
      <p:sp>
        <p:nvSpPr>
          <p:cNvPr id="3" name="Content Placeholder 2">
            <a:extLst>
              <a:ext uri="{FF2B5EF4-FFF2-40B4-BE49-F238E27FC236}">
                <a16:creationId xmlns:a16="http://schemas.microsoft.com/office/drawing/2014/main" id="{61D492FE-AC20-010F-CF5C-43AD1F510DCE}"/>
              </a:ext>
            </a:extLst>
          </p:cNvPr>
          <p:cNvSpPr>
            <a:spLocks noGrp="1"/>
          </p:cNvSpPr>
          <p:nvPr>
            <p:ph sz="quarter" idx="15"/>
          </p:nvPr>
        </p:nvSpPr>
        <p:spPr>
          <a:xfrm>
            <a:off x="838200" y="1790329"/>
            <a:ext cx="5134335" cy="4113054"/>
          </a:xfrm>
        </p:spPr>
        <p:txBody>
          <a:bodyPr>
            <a:normAutofit/>
          </a:bodyPr>
          <a:lstStyle/>
          <a:p>
            <a:pPr>
              <a:lnSpc>
                <a:spcPct val="140000"/>
              </a:lnSpc>
            </a:pPr>
            <a:r>
              <a:rPr lang="en-US" dirty="0"/>
              <a:t>This chart illustrates how lead time increases as work progresses through various stages of the value stream, including review, approval, and merge or close. While the actual development work may be small, delays caused by approvals, handoffs, and environment constraints add significant waiting time. Large organizations often experience long deployment lead times due to manual processes and dependencies rather than the work itself.</a:t>
            </a:r>
          </a:p>
        </p:txBody>
      </p:sp>
      <p:pic>
        <p:nvPicPr>
          <p:cNvPr id="6" name="Content Placeholder 5">
            <a:extLst>
              <a:ext uri="{FF2B5EF4-FFF2-40B4-BE49-F238E27FC236}">
                <a16:creationId xmlns:a16="http://schemas.microsoft.com/office/drawing/2014/main" id="{3A52B2FA-0639-B6ED-0D60-4A06D8B9EF20}"/>
              </a:ext>
            </a:extLst>
          </p:cNvPr>
          <p:cNvPicPr>
            <a:picLocks noGrp="1" noChangeAspect="1"/>
          </p:cNvPicPr>
          <p:nvPr>
            <p:ph sz="quarter" idx="16"/>
          </p:nvPr>
        </p:nvPicPr>
        <p:blipFill>
          <a:blip r:embed="rId2">
            <a:extLst>
              <a:ext uri="{28A0092B-C50C-407E-A947-70E740481C1C}">
                <a14:useLocalDpi xmlns:a14="http://schemas.microsoft.com/office/drawing/2010/main" val="0"/>
              </a:ext>
            </a:extLst>
          </a:blip>
          <a:stretch>
            <a:fillRect/>
          </a:stretch>
        </p:blipFill>
        <p:spPr>
          <a:xfrm>
            <a:off x="6096000" y="2012594"/>
            <a:ext cx="5736601" cy="3298545"/>
          </a:xfrm>
          <a:noFill/>
        </p:spPr>
      </p:pic>
    </p:spTree>
    <p:extLst>
      <p:ext uri="{BB962C8B-B14F-4D97-AF65-F5344CB8AC3E}">
        <p14:creationId xmlns:p14="http://schemas.microsoft.com/office/powerpoint/2010/main" val="21004077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D5D2B4-24F4-4DF2-05A7-839876615719}"/>
              </a:ext>
            </a:extLst>
          </p:cNvPr>
          <p:cNvSpPr>
            <a:spLocks noGrp="1"/>
          </p:cNvSpPr>
          <p:nvPr>
            <p:ph type="title"/>
          </p:nvPr>
        </p:nvSpPr>
        <p:spPr>
          <a:xfrm>
            <a:off x="838200" y="365760"/>
            <a:ext cx="10515600" cy="1325563"/>
          </a:xfrm>
        </p:spPr>
        <p:txBody>
          <a:bodyPr anchor="ctr">
            <a:normAutofit/>
          </a:bodyPr>
          <a:lstStyle/>
          <a:p>
            <a:r>
              <a:rPr lang="en-US" dirty="0"/>
              <a:t>Our DevOps Ideal: Deployment Lead Time of Minutes</a:t>
            </a:r>
          </a:p>
        </p:txBody>
      </p:sp>
      <p:pic>
        <p:nvPicPr>
          <p:cNvPr id="6" name="Picture Placeholder 5">
            <a:extLst>
              <a:ext uri="{FF2B5EF4-FFF2-40B4-BE49-F238E27FC236}">
                <a16:creationId xmlns:a16="http://schemas.microsoft.com/office/drawing/2014/main" id="{3626A321-1491-6E02-15B2-5C24AB71E506}"/>
              </a:ext>
            </a:extLst>
          </p:cNvPr>
          <p:cNvPicPr>
            <a:picLocks noGrp="1" noChangeAspect="1"/>
          </p:cNvPicPr>
          <p:nvPr>
            <p:ph sz="quarter" idx="15"/>
          </p:nvPr>
        </p:nvPicPr>
        <p:blipFill>
          <a:blip r:embed="rId2">
            <a:extLst>
              <a:ext uri="{28A0092B-C50C-407E-A947-70E740481C1C}">
                <a14:useLocalDpi xmlns:a14="http://schemas.microsoft.com/office/drawing/2010/main" val="0"/>
              </a:ext>
            </a:extLst>
          </a:blip>
          <a:stretch>
            <a:fillRect/>
          </a:stretch>
        </p:blipFill>
        <p:spPr>
          <a:xfrm>
            <a:off x="838200" y="2524765"/>
            <a:ext cx="5134335" cy="2644182"/>
          </a:xfrm>
          <a:noFill/>
        </p:spPr>
      </p:pic>
      <p:sp>
        <p:nvSpPr>
          <p:cNvPr id="4" name="Content Placeholder 3">
            <a:extLst>
              <a:ext uri="{FF2B5EF4-FFF2-40B4-BE49-F238E27FC236}">
                <a16:creationId xmlns:a16="http://schemas.microsoft.com/office/drawing/2014/main" id="{3EB778C7-4916-7F24-1425-1CF3BBA00997}"/>
              </a:ext>
            </a:extLst>
          </p:cNvPr>
          <p:cNvSpPr>
            <a:spLocks noGrp="1"/>
          </p:cNvSpPr>
          <p:nvPr>
            <p:ph sz="quarter" idx="16"/>
          </p:nvPr>
        </p:nvSpPr>
        <p:spPr>
          <a:xfrm>
            <a:off x="6219464" y="1790329"/>
            <a:ext cx="5134335" cy="4113054"/>
          </a:xfrm>
        </p:spPr>
        <p:txBody>
          <a:bodyPr>
            <a:normAutofit/>
          </a:bodyPr>
          <a:lstStyle/>
          <a:p>
            <a:pPr>
              <a:lnSpc>
                <a:spcPct val="140000"/>
              </a:lnSpc>
            </a:pPr>
            <a:r>
              <a:rPr lang="en-US" sz="1700" dirty="0"/>
              <a:t>Shortening lead time requires addressing delays across the full value stream, not just speeding up development. Erki </a:t>
            </a:r>
            <a:r>
              <a:rPr lang="en-US" sz="1700" dirty="0" err="1"/>
              <a:t>Arus</a:t>
            </a:r>
            <a:r>
              <a:rPr lang="en-US" sz="1700" dirty="0"/>
              <a:t> emphasizes removing waste such as handoffs, approvals, and waiting between stages as key contributors to long lead times </a:t>
            </a:r>
            <a:r>
              <a:rPr lang="en-US" sz="1600" dirty="0"/>
              <a:t>(</a:t>
            </a:r>
            <a:r>
              <a:rPr lang="en-US" sz="1600" dirty="0" err="1"/>
              <a:t>Entigo</a:t>
            </a:r>
            <a:r>
              <a:rPr lang="en-US" sz="1600" dirty="0"/>
              <a:t>, n.d.)</a:t>
            </a:r>
            <a:r>
              <a:rPr lang="en-US" sz="1700" dirty="0"/>
              <a:t>. Practices like fast, continuous feedback, frequent integration of small code changes, and modular, loosely coupled architectures help reduce dependencies that create bottlenecks. Together, these approaches reduce queue time, enhance workflow, and facilitate faster and more consistent delivery of value.</a:t>
            </a:r>
          </a:p>
        </p:txBody>
      </p:sp>
    </p:spTree>
    <p:extLst>
      <p:ext uri="{BB962C8B-B14F-4D97-AF65-F5344CB8AC3E}">
        <p14:creationId xmlns:p14="http://schemas.microsoft.com/office/powerpoint/2010/main" val="36327941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24808-5723-2904-4D1D-BB86954CCBB8}"/>
              </a:ext>
            </a:extLst>
          </p:cNvPr>
          <p:cNvSpPr>
            <a:spLocks noGrp="1"/>
          </p:cNvSpPr>
          <p:nvPr>
            <p:ph type="title"/>
          </p:nvPr>
        </p:nvSpPr>
        <p:spPr>
          <a:xfrm>
            <a:off x="838200" y="365125"/>
            <a:ext cx="10515600" cy="1325563"/>
          </a:xfrm>
        </p:spPr>
        <p:txBody>
          <a:bodyPr anchor="ctr">
            <a:normAutofit/>
          </a:bodyPr>
          <a:lstStyle/>
          <a:p>
            <a:r>
              <a:rPr lang="en-US" dirty="0"/>
              <a:t>References</a:t>
            </a:r>
          </a:p>
        </p:txBody>
      </p:sp>
      <p:graphicFrame>
        <p:nvGraphicFramePr>
          <p:cNvPr id="6" name="Content Placeholder 3">
            <a:extLst>
              <a:ext uri="{FF2B5EF4-FFF2-40B4-BE49-F238E27FC236}">
                <a16:creationId xmlns:a16="http://schemas.microsoft.com/office/drawing/2014/main" id="{297D39EF-CD4E-8093-DEFB-A60EBC2FECE7}"/>
              </a:ext>
            </a:extLst>
          </p:cNvPr>
          <p:cNvGraphicFramePr>
            <a:graphicFrameLocks noGrp="1"/>
          </p:cNvGraphicFramePr>
          <p:nvPr>
            <p:ph type="tbl" sz="quarter" idx="13"/>
            <p:extLst>
              <p:ext uri="{D42A27DB-BD31-4B8C-83A1-F6EECF244321}">
                <p14:modId xmlns:p14="http://schemas.microsoft.com/office/powerpoint/2010/main" val="4124721467"/>
              </p:ext>
            </p:extLst>
          </p:nvPr>
        </p:nvGraphicFramePr>
        <p:xfrm>
          <a:off x="613186" y="2107800"/>
          <a:ext cx="10965628" cy="392019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39269593"/>
      </p:ext>
    </p:extLst>
  </p:cSld>
  <p:clrMapOvr>
    <a:masterClrMapping/>
  </p:clrMapOvr>
</p:sld>
</file>

<file path=ppt/theme/theme1.xml><?xml version="1.0" encoding="utf-8"?>
<a:theme xmlns:a="http://schemas.openxmlformats.org/drawingml/2006/main" name="Custom">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ustom 99">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TM55661986_wac_CP_V19" id="{030227AD-26D8-46F7-B412-6532AF4DDFEA}" vid="{787E6F9C-FC70-455D-8D81-5DEDA8A08FF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5C2645A-E767-4D7E-984D-234E531E4556}">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0F048343-1EA9-44C3-883E-652FAAF0713E}">
  <ds:schemaRefs>
    <ds:schemaRef ds:uri="http://schemas.microsoft.com/sharepoint/v3/contenttype/forms"/>
  </ds:schemaRefs>
</ds:datastoreItem>
</file>

<file path=customXml/itemProps3.xml><?xml version="1.0" encoding="utf-8"?>
<ds:datastoreItem xmlns:ds="http://schemas.openxmlformats.org/officeDocument/2006/customXml" ds:itemID="{5F2A2379-DD35-4769-BFD6-4857D72F808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Tech presentation</Template>
  <TotalTime>215</TotalTime>
  <Words>729</Words>
  <Application>Microsoft Office PowerPoint</Application>
  <PresentationFormat>Widescreen</PresentationFormat>
  <Paragraphs>32</Paragraphs>
  <Slides>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Aptos</vt:lpstr>
      <vt:lpstr>Arial</vt:lpstr>
      <vt:lpstr>Calibri</vt:lpstr>
      <vt:lpstr>Calibri Light</vt:lpstr>
      <vt:lpstr>Wingdings</vt:lpstr>
      <vt:lpstr>Custom</vt:lpstr>
      <vt:lpstr>The Technology Value Stream Stephanie Ramos Module 1.2 Assignment</vt:lpstr>
      <vt:lpstr>AGENDA</vt:lpstr>
      <vt:lpstr>What is Technology Value Stream?</vt:lpstr>
      <vt:lpstr>Defining Lead Time vs. Processing Time</vt:lpstr>
      <vt:lpstr>Lead Time vs. Processing Time</vt:lpstr>
      <vt:lpstr>The Common Scenario: Deployment Lead Times Requiring Months</vt:lpstr>
      <vt:lpstr>Deployment Lead Times Requiring Months</vt:lpstr>
      <vt:lpstr>Our DevOps Ideal: Deployment Lead Time of Minutes</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Stephanie Ramos</dc:creator>
  <cp:lastModifiedBy>Stephanie Ramos</cp:lastModifiedBy>
  <cp:revision>2</cp:revision>
  <dcterms:created xsi:type="dcterms:W3CDTF">2026-01-13T20:49:54Z</dcterms:created>
  <dcterms:modified xsi:type="dcterms:W3CDTF">2026-01-14T00:25:43Z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